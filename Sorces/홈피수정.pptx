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72" y="10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1D8513-E60A-C536-FE5C-8D1CDA56B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0E2EC9-BF03-FFE3-E16B-8405D9A17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7AF040-987E-C323-A546-DB08D859B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A00A9-4AE9-4D29-BC33-BF4DDF088B2F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75B565-8A44-C7BD-72D7-15054A05F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DBC2B0-79E8-9D10-047C-AC72EE92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9CD4-400D-4B5E-84EC-538BD307F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65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15E7E8-5DBA-7C26-0888-687A0B4E2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AA77D2-4BF9-0CF2-803B-9EA297077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0B9A43-53AF-C25A-C54D-E0B06839E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A00A9-4AE9-4D29-BC33-BF4DDF088B2F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44D011-94FE-E219-D662-F9E81A19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EDFDDA-A158-AFAE-7B4F-E1883CAA3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9CD4-400D-4B5E-84EC-538BD307F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018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7D801-9970-E6CD-9A25-7EF6CC385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0EB5FE-7B45-0DC5-DC92-70A2D2E6A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DC8865-BD4C-EEA4-7D6D-EF19FDC48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A00A9-4AE9-4D29-BC33-BF4DDF088B2F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7FBF92-2B87-9C3C-BA0D-8DF890231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3128C6-F2A5-CB4B-ABC1-23C2D377B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9CD4-400D-4B5E-84EC-538BD307F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018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A142E1-D05D-381A-3D8E-EF74DD1E3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585542-00C5-6E41-ABA3-C395AB887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C7C8F7-4B67-3786-C41F-BAB933A34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5838BC-FD45-2EE6-01C1-B9C357DBF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A00A9-4AE9-4D29-BC33-BF4DDF088B2F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AB144A-CD43-C365-0370-DCBF30C65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D6E32C-8ADC-28F5-F53B-31E09771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9CD4-400D-4B5E-84EC-538BD307F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968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21209-58B0-F3D3-ABCC-0C18FBEB5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91BA55-2B54-6AC8-A13A-19744626A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7D36AA-2CB9-2465-46EC-ACBF8FC08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6940BD3-726C-6F52-EF2C-8BF0DC434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12E6B5D-1F18-093E-98A0-9156D7B420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5992B48-080B-5534-0FFF-C39102DF4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A00A9-4AE9-4D29-BC33-BF4DDF088B2F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8B03A51-C5EC-BE06-6FC1-C0796EDC4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DFFF71E-644C-3E11-F702-EEEEE66D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9CD4-400D-4B5E-84EC-538BD307F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289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44050E-0926-9502-8F3F-221E6BE76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3EB6DAD-26CE-BED0-5F85-9EFF8243A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A00A9-4AE9-4D29-BC33-BF4DDF088B2F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5AF89B6-54FC-B55A-6055-4830A8412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4137BD-B4FB-F28B-DB38-653A06123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9CD4-400D-4B5E-84EC-538BD307F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7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8515FF-9951-C386-3217-42F1F339D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A00A9-4AE9-4D29-BC33-BF4DDF088B2F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B7F8F60-A4CD-7A70-9642-4A9E9F410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25D194-915C-2BBA-8562-4CD2CAA1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9CD4-400D-4B5E-84EC-538BD307F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329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AABD60-0E42-6D08-934E-891C1F775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B9BBF9-6E34-5D24-32A4-0BB06D182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EEC181-0573-D134-B363-994A0AE57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01FDD0-9A74-23ED-FF5C-2B0F5BF75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A00A9-4AE9-4D29-BC33-BF4DDF088B2F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AB6513-462E-5579-B1A9-D2324DDC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F211F2-6C40-38B0-3EE4-A9C7DDC0D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9CD4-400D-4B5E-84EC-538BD307F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956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2F6D89-326D-7673-E6D6-FBFA60D03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A94A24D-7D1C-9D0D-552B-79CB9EDFD1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C3B571-FCDF-FBF8-6C09-694D2B671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2F72CF-4FA9-01EB-B0C7-77ADBFDAB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A00A9-4AE9-4D29-BC33-BF4DDF088B2F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3D5BD9-238D-FC87-703C-DFF42D882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B56322-1CF5-9498-91F2-0AE2A9A2B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9CD4-400D-4B5E-84EC-538BD307F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490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4BD7D1-04D5-CD97-003B-91A2E84BC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2EB2EA-35A1-A123-9BBC-39DB5D78C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50EF1B-3AF3-667B-920B-33DACB970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A00A9-4AE9-4D29-BC33-BF4DDF088B2F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BC83D3-F92A-2D01-74FE-23523C34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8FD877-D01D-49ED-F835-1203903E0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9CD4-400D-4B5E-84EC-538BD307F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0322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D9461E9-1F5B-CB2A-1BA0-5766C010AD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3AFDF8C-80C0-2141-E970-3A622E6BF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7E507C-C690-BD30-02E5-BE6FAC170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A00A9-4AE9-4D29-BC33-BF4DDF088B2F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C0853C-61CD-9512-45C0-048763063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A08198-2569-CF6B-13D6-ACAC89EF7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9CD4-400D-4B5E-84EC-538BD307F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57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5A5A00-661E-A71C-9900-8323B4E9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E38CBB-EA12-68B8-7983-ADB41C7B4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40A8A7-B332-6793-74CB-71C0E085D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AA00A9-4AE9-4D29-BC33-BF4DDF088B2F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4C854D-00CE-FA46-B07C-8241893F6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64CB64-3433-5CDC-5618-BC4A08E3C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709CD4-400D-4B5E-84EC-538BD307F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469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5C7FF5D4-CCDE-DAFA-3751-7B88EE215FE4}"/>
              </a:ext>
            </a:extLst>
          </p:cNvPr>
          <p:cNvSpPr/>
          <p:nvPr/>
        </p:nvSpPr>
        <p:spPr>
          <a:xfrm>
            <a:off x="794327" y="4091709"/>
            <a:ext cx="720437" cy="489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57150">
                <a:solidFill>
                  <a:srgbClr val="C00000"/>
                </a:solidFill>
              </a:ln>
            </a:endParaRPr>
          </a:p>
        </p:txBody>
      </p:sp>
      <p:pic>
        <p:nvPicPr>
          <p:cNvPr id="7" name="그림 6" descr="텍스트, 스크린샷, 폰트, 브랜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C918A5-63D9-8553-B043-DF2CE0165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42" y="503121"/>
            <a:ext cx="3770669" cy="2294573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B7D7C94-3E05-9FF3-0B28-EEB8C8986C0E}"/>
              </a:ext>
            </a:extLst>
          </p:cNvPr>
          <p:cNvCxnSpPr>
            <a:cxnSpLocks/>
          </p:cNvCxnSpPr>
          <p:nvPr/>
        </p:nvCxnSpPr>
        <p:spPr>
          <a:xfrm>
            <a:off x="1505527" y="923636"/>
            <a:ext cx="188421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AC8E334-F275-C9F1-D2C6-CCD145D532DB}"/>
              </a:ext>
            </a:extLst>
          </p:cNvPr>
          <p:cNvCxnSpPr>
            <a:cxnSpLocks/>
          </p:cNvCxnSpPr>
          <p:nvPr/>
        </p:nvCxnSpPr>
        <p:spPr>
          <a:xfrm>
            <a:off x="1117599" y="2447636"/>
            <a:ext cx="130232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6" name="그림 1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EBA73A-2A7C-B500-34DF-B43BFC3348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52" y="3237471"/>
            <a:ext cx="3983966" cy="207593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7AB3AD7-AF28-3608-1BFC-5B47C31DADF0}"/>
              </a:ext>
            </a:extLst>
          </p:cNvPr>
          <p:cNvSpPr txBox="1"/>
          <p:nvPr/>
        </p:nvSpPr>
        <p:spPr>
          <a:xfrm>
            <a:off x="701962" y="5519125"/>
            <a:ext cx="37776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세계왕립아카데미</a:t>
            </a:r>
            <a:endParaRPr lang="ko-KR" altLang="en-US" dirty="0"/>
          </a:p>
          <a:p>
            <a:r>
              <a:rPr lang="ko-KR" altLang="en-US" dirty="0"/>
              <a:t>대한황실 황태손 이 원 </a:t>
            </a:r>
            <a:r>
              <a:rPr lang="en-US" altLang="ko-KR" dirty="0"/>
              <a:t>  </a:t>
            </a:r>
            <a:r>
              <a:rPr lang="ko-KR" altLang="en-US" dirty="0"/>
              <a:t>으로 수정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황태손인사말 흰색으로 통일</a:t>
            </a:r>
          </a:p>
          <a:p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D6307FC-D10F-F8F5-6C49-9550D35F6388}"/>
              </a:ext>
            </a:extLst>
          </p:cNvPr>
          <p:cNvCxnSpPr/>
          <p:nvPr/>
        </p:nvCxnSpPr>
        <p:spPr>
          <a:xfrm>
            <a:off x="766618" y="4073236"/>
            <a:ext cx="8497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4309EF2-9285-112A-CE4E-DC139FADE2B8}"/>
              </a:ext>
            </a:extLst>
          </p:cNvPr>
          <p:cNvCxnSpPr/>
          <p:nvPr/>
        </p:nvCxnSpPr>
        <p:spPr>
          <a:xfrm>
            <a:off x="762000" y="4595090"/>
            <a:ext cx="8497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E2A6735-5270-14AB-EA8E-8D6A9C761DD1}"/>
              </a:ext>
            </a:extLst>
          </p:cNvPr>
          <p:cNvCxnSpPr>
            <a:cxnSpLocks/>
          </p:cNvCxnSpPr>
          <p:nvPr/>
        </p:nvCxnSpPr>
        <p:spPr>
          <a:xfrm>
            <a:off x="1602509" y="4091709"/>
            <a:ext cx="0" cy="4987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138D877-D708-EC4B-704E-CDA67404A0C5}"/>
              </a:ext>
            </a:extLst>
          </p:cNvPr>
          <p:cNvCxnSpPr>
            <a:cxnSpLocks/>
          </p:cNvCxnSpPr>
          <p:nvPr/>
        </p:nvCxnSpPr>
        <p:spPr>
          <a:xfrm>
            <a:off x="766618" y="4082473"/>
            <a:ext cx="0" cy="4802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E7440E5F-7C70-1108-91C3-3DA2828C1D32}"/>
              </a:ext>
            </a:extLst>
          </p:cNvPr>
          <p:cNvSpPr/>
          <p:nvPr/>
        </p:nvSpPr>
        <p:spPr>
          <a:xfrm>
            <a:off x="905164" y="4581237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AC991C3-22AF-42C8-7964-3B7BE127535D}"/>
              </a:ext>
            </a:extLst>
          </p:cNvPr>
          <p:cNvSpPr/>
          <p:nvPr/>
        </p:nvSpPr>
        <p:spPr>
          <a:xfrm>
            <a:off x="286327" y="341746"/>
            <a:ext cx="498764" cy="489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0DDCDF1-E503-79E0-C399-5402B2B68421}"/>
              </a:ext>
            </a:extLst>
          </p:cNvPr>
          <p:cNvSpPr/>
          <p:nvPr/>
        </p:nvSpPr>
        <p:spPr>
          <a:xfrm>
            <a:off x="244763" y="2877127"/>
            <a:ext cx="498764" cy="489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38" name="그림 37" descr="텍스트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1FC45C-B013-9967-C43D-C787C675C8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249" y="898828"/>
            <a:ext cx="2695575" cy="11811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F51543E-FC72-4DD6-04DE-D259442F3AFF}"/>
              </a:ext>
            </a:extLst>
          </p:cNvPr>
          <p:cNvSpPr txBox="1"/>
          <p:nvPr/>
        </p:nvSpPr>
        <p:spPr>
          <a:xfrm>
            <a:off x="6040581" y="2165992"/>
            <a:ext cx="31680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워런트수정</a:t>
            </a:r>
            <a:r>
              <a:rPr lang="ko-KR" altLang="en-US" dirty="0"/>
              <a:t>        </a:t>
            </a:r>
            <a:r>
              <a:rPr lang="en-US" altLang="ko-KR" dirty="0"/>
              <a:t>warrant</a:t>
            </a:r>
          </a:p>
          <a:p>
            <a:r>
              <a:rPr lang="ko-KR" altLang="en-US" dirty="0"/>
              <a:t>세가지</a:t>
            </a:r>
            <a:r>
              <a:rPr lang="en-US" altLang="ko-KR" dirty="0"/>
              <a:t>….          </a:t>
            </a:r>
            <a:r>
              <a:rPr lang="ko-KR" altLang="en-US" dirty="0"/>
              <a:t>삭제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746978E7-AC02-3A85-FF64-921C01CF08D7}"/>
              </a:ext>
            </a:extLst>
          </p:cNvPr>
          <p:cNvCxnSpPr>
            <a:cxnSpLocks/>
          </p:cNvCxnSpPr>
          <p:nvPr/>
        </p:nvCxnSpPr>
        <p:spPr>
          <a:xfrm>
            <a:off x="7398327" y="2373750"/>
            <a:ext cx="4802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0382C464-F19B-A92D-BFA7-DC57E867FE71}"/>
              </a:ext>
            </a:extLst>
          </p:cNvPr>
          <p:cNvCxnSpPr>
            <a:cxnSpLocks/>
          </p:cNvCxnSpPr>
          <p:nvPr/>
        </p:nvCxnSpPr>
        <p:spPr>
          <a:xfrm>
            <a:off x="6396182" y="1713359"/>
            <a:ext cx="188421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9658503C-FBA1-861C-B4DB-A68B3A55F042}"/>
              </a:ext>
            </a:extLst>
          </p:cNvPr>
          <p:cNvCxnSpPr>
            <a:cxnSpLocks/>
          </p:cNvCxnSpPr>
          <p:nvPr/>
        </p:nvCxnSpPr>
        <p:spPr>
          <a:xfrm>
            <a:off x="7273636" y="2636987"/>
            <a:ext cx="4802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그림 48" descr="텍스트, 스크린샷, 전자제품, 회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27B108-5FDD-54CD-E56F-83D7D79F1E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3176" y="2923024"/>
            <a:ext cx="5640532" cy="1790361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813A7839-77D3-241A-CA6C-81E7A7D3201D}"/>
              </a:ext>
            </a:extLst>
          </p:cNvPr>
          <p:cNvSpPr txBox="1"/>
          <p:nvPr/>
        </p:nvSpPr>
        <p:spPr>
          <a:xfrm>
            <a:off x="5832762" y="4895674"/>
            <a:ext cx="47982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교육</a:t>
            </a:r>
            <a:r>
              <a:rPr lang="en-US" altLang="ko-KR" dirty="0"/>
              <a:t>, </a:t>
            </a:r>
            <a:r>
              <a:rPr lang="ko-KR" altLang="en-US" dirty="0"/>
              <a:t>투어</a:t>
            </a:r>
            <a:r>
              <a:rPr lang="en-US" altLang="ko-KR" dirty="0"/>
              <a:t>, </a:t>
            </a:r>
            <a:r>
              <a:rPr lang="ko-KR" altLang="en-US" dirty="0" err="1"/>
              <a:t>멤버쉽</a:t>
            </a:r>
            <a:r>
              <a:rPr lang="en-US" altLang="ko-KR" dirty="0"/>
              <a:t>, </a:t>
            </a:r>
            <a:r>
              <a:rPr lang="ko-KR" altLang="en-US" dirty="0"/>
              <a:t>컨설팅</a:t>
            </a:r>
            <a:r>
              <a:rPr lang="en-US" altLang="ko-KR" dirty="0"/>
              <a:t>-&gt; 4</a:t>
            </a:r>
            <a:r>
              <a:rPr lang="ko-KR" altLang="en-US" dirty="0"/>
              <a:t>가지 메뉴</a:t>
            </a:r>
            <a:endParaRPr lang="en-US" altLang="ko-KR" dirty="0"/>
          </a:p>
          <a:p>
            <a:r>
              <a:rPr lang="ko-KR" altLang="en-US" dirty="0"/>
              <a:t>작은 글씨 설명 없애기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83E980A9-AB89-8F2A-D628-0C64EAD00E3E}"/>
              </a:ext>
            </a:extLst>
          </p:cNvPr>
          <p:cNvCxnSpPr>
            <a:cxnSpLocks/>
          </p:cNvCxnSpPr>
          <p:nvPr/>
        </p:nvCxnSpPr>
        <p:spPr>
          <a:xfrm flipV="1">
            <a:off x="5671127" y="3953167"/>
            <a:ext cx="5061528" cy="6466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EF5EA8E-3C69-2719-398D-149B422A68C5}"/>
              </a:ext>
            </a:extLst>
          </p:cNvPr>
          <p:cNvSpPr/>
          <p:nvPr/>
        </p:nvSpPr>
        <p:spPr>
          <a:xfrm>
            <a:off x="5717309" y="517239"/>
            <a:ext cx="498764" cy="489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F50BE28-B37D-A814-98CD-26B79AC61EE2}"/>
              </a:ext>
            </a:extLst>
          </p:cNvPr>
          <p:cNvSpPr/>
          <p:nvPr/>
        </p:nvSpPr>
        <p:spPr>
          <a:xfrm>
            <a:off x="5232400" y="2581576"/>
            <a:ext cx="498764" cy="489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264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3EC80-B059-E8E9-5EDF-EB09D0F07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8929" y="887241"/>
            <a:ext cx="3967264" cy="93250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                   줄 은 글자 삭제</a:t>
            </a:r>
            <a:br>
              <a:rPr lang="en-US" altLang="ko-KR" sz="2000" dirty="0"/>
            </a:br>
            <a:endParaRPr lang="ko-KR" altLang="en-US" sz="2000" dirty="0"/>
          </a:p>
        </p:txBody>
      </p:sp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EFDE11-87BA-F611-CA90-EF9BDA3C72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94" y="3965422"/>
            <a:ext cx="4804903" cy="276583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FEEE1F4-BCC0-C4CA-C2C0-1A85073E0FDB}"/>
              </a:ext>
            </a:extLst>
          </p:cNvPr>
          <p:cNvSpPr/>
          <p:nvPr/>
        </p:nvSpPr>
        <p:spPr>
          <a:xfrm>
            <a:off x="282497" y="3744691"/>
            <a:ext cx="498764" cy="489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pic>
        <p:nvPicPr>
          <p:cNvPr id="11" name="그림 1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F8976A-CAB4-4161-FD78-CAFF8717D3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471" y="127684"/>
            <a:ext cx="2785558" cy="358067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3B5AA93-2DDF-D7D5-14B8-29588A996C51}"/>
              </a:ext>
            </a:extLst>
          </p:cNvPr>
          <p:cNvSpPr/>
          <p:nvPr/>
        </p:nvSpPr>
        <p:spPr>
          <a:xfrm>
            <a:off x="351811" y="91778"/>
            <a:ext cx="498764" cy="489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E703CCE-D834-5C9F-B9F0-A1B12775D073}"/>
              </a:ext>
            </a:extLst>
          </p:cNvPr>
          <p:cNvCxnSpPr>
            <a:cxnSpLocks/>
          </p:cNvCxnSpPr>
          <p:nvPr/>
        </p:nvCxnSpPr>
        <p:spPr>
          <a:xfrm>
            <a:off x="1461631" y="1261632"/>
            <a:ext cx="197868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81BCB22-80C9-3D40-97E6-064BDC48AC87}"/>
              </a:ext>
            </a:extLst>
          </p:cNvPr>
          <p:cNvCxnSpPr>
            <a:cxnSpLocks/>
          </p:cNvCxnSpPr>
          <p:nvPr/>
        </p:nvCxnSpPr>
        <p:spPr>
          <a:xfrm>
            <a:off x="1016503" y="1423085"/>
            <a:ext cx="2369493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B88062F-C666-F88E-5C66-0EE4616F66FB}"/>
              </a:ext>
            </a:extLst>
          </p:cNvPr>
          <p:cNvCxnSpPr>
            <a:cxnSpLocks/>
          </p:cNvCxnSpPr>
          <p:nvPr/>
        </p:nvCxnSpPr>
        <p:spPr>
          <a:xfrm>
            <a:off x="5190149" y="1196748"/>
            <a:ext cx="75797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0AFFEFB6-864D-C755-F23B-C83D13994C03}"/>
              </a:ext>
            </a:extLst>
          </p:cNvPr>
          <p:cNvSpPr/>
          <p:nvPr/>
        </p:nvSpPr>
        <p:spPr>
          <a:xfrm>
            <a:off x="3087232" y="1837854"/>
            <a:ext cx="1584356" cy="2444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0F8349BC-5A94-2124-BB63-0C2431694DE6}"/>
              </a:ext>
            </a:extLst>
          </p:cNvPr>
          <p:cNvSpPr txBox="1">
            <a:spLocks/>
          </p:cNvSpPr>
          <p:nvPr/>
        </p:nvSpPr>
        <p:spPr>
          <a:xfrm>
            <a:off x="3842440" y="1691491"/>
            <a:ext cx="4857939" cy="52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     </a:t>
            </a:r>
            <a:r>
              <a:rPr lang="ko-KR" altLang="en-US" sz="1800" b="1" dirty="0"/>
              <a:t>왕실 </a:t>
            </a:r>
            <a:r>
              <a:rPr lang="ko-KR" altLang="en-US" sz="1800" b="1" dirty="0" err="1"/>
              <a:t>이너써클</a:t>
            </a:r>
            <a:r>
              <a:rPr lang="ko-KR" altLang="en-US" sz="1800" b="1" dirty="0"/>
              <a:t> 네트워킹 수정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85752D08-F3ED-BA6B-9C9C-F11D8A8D34F2}"/>
              </a:ext>
            </a:extLst>
          </p:cNvPr>
          <p:cNvSpPr/>
          <p:nvPr/>
        </p:nvSpPr>
        <p:spPr>
          <a:xfrm>
            <a:off x="3085724" y="2171323"/>
            <a:ext cx="1584356" cy="2444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F46838DD-D806-53F8-BEEF-292D54C08C7A}"/>
              </a:ext>
            </a:extLst>
          </p:cNvPr>
          <p:cNvSpPr/>
          <p:nvPr/>
        </p:nvSpPr>
        <p:spPr>
          <a:xfrm>
            <a:off x="3138535" y="2559113"/>
            <a:ext cx="1584356" cy="2444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C6B519C1-7246-B3D8-32E4-A8DF60CA0ED7}"/>
              </a:ext>
            </a:extLst>
          </p:cNvPr>
          <p:cNvSpPr txBox="1">
            <a:spLocks/>
          </p:cNvSpPr>
          <p:nvPr/>
        </p:nvSpPr>
        <p:spPr>
          <a:xfrm>
            <a:off x="3886199" y="2034014"/>
            <a:ext cx="4857939" cy="52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     </a:t>
            </a:r>
            <a:r>
              <a:rPr lang="ko-KR" altLang="en-US" sz="1800" b="1" dirty="0"/>
              <a:t>그대로</a:t>
            </a:r>
          </a:p>
        </p:txBody>
      </p:sp>
      <p:sp>
        <p:nvSpPr>
          <p:cNvPr id="23" name="제목 1">
            <a:extLst>
              <a:ext uri="{FF2B5EF4-FFF2-40B4-BE49-F238E27FC236}">
                <a16:creationId xmlns:a16="http://schemas.microsoft.com/office/drawing/2014/main" id="{E86D9816-2A68-AC4C-5E8D-433F8D636357}"/>
              </a:ext>
            </a:extLst>
          </p:cNvPr>
          <p:cNvSpPr txBox="1">
            <a:spLocks/>
          </p:cNvSpPr>
          <p:nvPr/>
        </p:nvSpPr>
        <p:spPr>
          <a:xfrm>
            <a:off x="3966170" y="2448964"/>
            <a:ext cx="4857939" cy="52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     </a:t>
            </a:r>
            <a:r>
              <a:rPr lang="ko-KR" altLang="en-US" sz="1800" b="1" dirty="0"/>
              <a:t>글로벌 네트워킹 기회  수정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C8E56ED7-23B1-844E-1A61-6F192C821DB5}"/>
              </a:ext>
            </a:extLst>
          </p:cNvPr>
          <p:cNvSpPr/>
          <p:nvPr/>
        </p:nvSpPr>
        <p:spPr>
          <a:xfrm>
            <a:off x="2304108" y="3037437"/>
            <a:ext cx="1833326" cy="2444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0BC27CB1-A73E-0413-E441-0CC8BE78DE68}"/>
              </a:ext>
            </a:extLst>
          </p:cNvPr>
          <p:cNvSpPr/>
          <p:nvPr/>
        </p:nvSpPr>
        <p:spPr>
          <a:xfrm>
            <a:off x="3444844" y="1118103"/>
            <a:ext cx="1584356" cy="2444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제목 1">
            <a:extLst>
              <a:ext uri="{FF2B5EF4-FFF2-40B4-BE49-F238E27FC236}">
                <a16:creationId xmlns:a16="http://schemas.microsoft.com/office/drawing/2014/main" id="{BBC5E48F-C970-708F-2AB9-E719FA4B94F4}"/>
              </a:ext>
            </a:extLst>
          </p:cNvPr>
          <p:cNvSpPr txBox="1">
            <a:spLocks/>
          </p:cNvSpPr>
          <p:nvPr/>
        </p:nvSpPr>
        <p:spPr>
          <a:xfrm>
            <a:off x="3376186" y="2936342"/>
            <a:ext cx="4857939" cy="52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     </a:t>
            </a:r>
            <a:r>
              <a:rPr lang="ko-KR" altLang="en-US" sz="1800" b="1" dirty="0"/>
              <a:t>삭제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E38EDC0-E55A-2439-7DA6-4C0C4286DD88}"/>
              </a:ext>
            </a:extLst>
          </p:cNvPr>
          <p:cNvCxnSpPr>
            <a:cxnSpLocks/>
          </p:cNvCxnSpPr>
          <p:nvPr/>
        </p:nvCxnSpPr>
        <p:spPr>
          <a:xfrm>
            <a:off x="2273424" y="5685758"/>
            <a:ext cx="75797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2E174FA-A609-3B1F-70DB-42ED8DDD1F33}"/>
              </a:ext>
            </a:extLst>
          </p:cNvPr>
          <p:cNvCxnSpPr>
            <a:cxnSpLocks/>
          </p:cNvCxnSpPr>
          <p:nvPr/>
        </p:nvCxnSpPr>
        <p:spPr>
          <a:xfrm>
            <a:off x="904842" y="5820051"/>
            <a:ext cx="75797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E8F8752A-5C64-B217-D582-FA81650EE188}"/>
              </a:ext>
            </a:extLst>
          </p:cNvPr>
          <p:cNvCxnSpPr>
            <a:cxnSpLocks/>
          </p:cNvCxnSpPr>
          <p:nvPr/>
        </p:nvCxnSpPr>
        <p:spPr>
          <a:xfrm>
            <a:off x="1176950" y="4181374"/>
            <a:ext cx="3404103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C0BE328E-660A-3D0F-C682-294894C63305}"/>
              </a:ext>
            </a:extLst>
          </p:cNvPr>
          <p:cNvSpPr/>
          <p:nvPr/>
        </p:nvSpPr>
        <p:spPr>
          <a:xfrm>
            <a:off x="4674607" y="4058970"/>
            <a:ext cx="1833326" cy="2444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제목 1">
            <a:extLst>
              <a:ext uri="{FF2B5EF4-FFF2-40B4-BE49-F238E27FC236}">
                <a16:creationId xmlns:a16="http://schemas.microsoft.com/office/drawing/2014/main" id="{FBEAA813-5543-4324-AAD1-1F83EC29A7E7}"/>
              </a:ext>
            </a:extLst>
          </p:cNvPr>
          <p:cNvSpPr txBox="1">
            <a:spLocks/>
          </p:cNvSpPr>
          <p:nvPr/>
        </p:nvSpPr>
        <p:spPr>
          <a:xfrm>
            <a:off x="5936807" y="3912607"/>
            <a:ext cx="4857939" cy="52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    </a:t>
            </a:r>
            <a:r>
              <a:rPr lang="en-US" altLang="ko-KR" sz="2000"/>
              <a:t>“</a:t>
            </a:r>
            <a:r>
              <a:rPr lang="ko-KR" altLang="en-US" sz="2000"/>
              <a:t> </a:t>
            </a:r>
            <a:r>
              <a:rPr lang="ko-KR" altLang="en-US" sz="1800" b="1" dirty="0"/>
              <a:t>디지털 옥새</a:t>
            </a:r>
            <a:r>
              <a:rPr lang="en-US" altLang="ko-KR" sz="1800" b="1" dirty="0"/>
              <a:t>’</a:t>
            </a:r>
            <a:r>
              <a:rPr lang="ko-KR" altLang="en-US" sz="1800" b="1" dirty="0"/>
              <a:t> 로 수정</a:t>
            </a:r>
          </a:p>
        </p:txBody>
      </p:sp>
      <p:sp>
        <p:nvSpPr>
          <p:cNvPr id="35" name="제목 1">
            <a:extLst>
              <a:ext uri="{FF2B5EF4-FFF2-40B4-BE49-F238E27FC236}">
                <a16:creationId xmlns:a16="http://schemas.microsoft.com/office/drawing/2014/main" id="{6BE76CC2-BE87-C4C0-458D-3CB5083B4A89}"/>
              </a:ext>
            </a:extLst>
          </p:cNvPr>
          <p:cNvSpPr txBox="1">
            <a:spLocks/>
          </p:cNvSpPr>
          <p:nvPr/>
        </p:nvSpPr>
        <p:spPr>
          <a:xfrm>
            <a:off x="5619937" y="6022065"/>
            <a:ext cx="4857939" cy="52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     </a:t>
            </a:r>
            <a:r>
              <a:rPr lang="en-US" altLang="ko-KR" sz="1800" b="1" dirty="0"/>
              <a:t>Digital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Seal </a:t>
            </a:r>
            <a:r>
              <a:rPr lang="ko-KR" altLang="en-US" sz="1800" b="1" dirty="0"/>
              <a:t>로 수정</a:t>
            </a: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8F71EF68-7EFE-D0A7-F014-3E6FC2C88DF0}"/>
              </a:ext>
            </a:extLst>
          </p:cNvPr>
          <p:cNvCxnSpPr>
            <a:cxnSpLocks/>
          </p:cNvCxnSpPr>
          <p:nvPr/>
        </p:nvCxnSpPr>
        <p:spPr>
          <a:xfrm>
            <a:off x="1502875" y="5504507"/>
            <a:ext cx="1122630" cy="80575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1AA167A-99CA-4D96-5C1D-71FBCBB53EAC}"/>
              </a:ext>
            </a:extLst>
          </p:cNvPr>
          <p:cNvCxnSpPr>
            <a:cxnSpLocks/>
          </p:cNvCxnSpPr>
          <p:nvPr/>
        </p:nvCxnSpPr>
        <p:spPr>
          <a:xfrm>
            <a:off x="2589291" y="6301211"/>
            <a:ext cx="38658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E10A23-7F76-EC7E-C2A6-F6BCD310A4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992" y="549086"/>
            <a:ext cx="2897140" cy="2133444"/>
          </a:xfrm>
          <a:prstGeom prst="rect">
            <a:avLst/>
          </a:prstGeom>
        </p:spPr>
      </p:pic>
      <p:sp>
        <p:nvSpPr>
          <p:cNvPr id="48" name="직사각형 47">
            <a:extLst>
              <a:ext uri="{FF2B5EF4-FFF2-40B4-BE49-F238E27FC236}">
                <a16:creationId xmlns:a16="http://schemas.microsoft.com/office/drawing/2014/main" id="{280D24F4-8038-F9E1-A354-20D09512C90F}"/>
              </a:ext>
            </a:extLst>
          </p:cNvPr>
          <p:cNvSpPr/>
          <p:nvPr/>
        </p:nvSpPr>
        <p:spPr>
          <a:xfrm>
            <a:off x="8519642" y="248544"/>
            <a:ext cx="498764" cy="489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4FDFFA24-991F-6EAE-EDA0-A7F6B13F2006}"/>
              </a:ext>
            </a:extLst>
          </p:cNvPr>
          <p:cNvCxnSpPr/>
          <p:nvPr/>
        </p:nvCxnSpPr>
        <p:spPr>
          <a:xfrm flipH="1">
            <a:off x="8627952" y="344032"/>
            <a:ext cx="2797521" cy="262550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196EF232-0880-A47C-EA34-E1C4925D9B5D}"/>
              </a:ext>
            </a:extLst>
          </p:cNvPr>
          <p:cNvCxnSpPr>
            <a:cxnSpLocks/>
          </p:cNvCxnSpPr>
          <p:nvPr/>
        </p:nvCxnSpPr>
        <p:spPr>
          <a:xfrm>
            <a:off x="9097224" y="342523"/>
            <a:ext cx="2599853" cy="276281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4" name="제목 1">
            <a:extLst>
              <a:ext uri="{FF2B5EF4-FFF2-40B4-BE49-F238E27FC236}">
                <a16:creationId xmlns:a16="http://schemas.microsoft.com/office/drawing/2014/main" id="{989051F6-EDF4-6AE4-3260-60DF9748F37C}"/>
              </a:ext>
            </a:extLst>
          </p:cNvPr>
          <p:cNvSpPr txBox="1">
            <a:spLocks/>
          </p:cNvSpPr>
          <p:nvPr/>
        </p:nvSpPr>
        <p:spPr>
          <a:xfrm>
            <a:off x="9196056" y="2780924"/>
            <a:ext cx="2410488" cy="52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          </a:t>
            </a:r>
            <a:r>
              <a:rPr lang="ko-KR" altLang="en-US" sz="1800" b="1" dirty="0"/>
              <a:t>삭제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2D90D9F6-640E-07FE-D103-35635F4DAF58}"/>
              </a:ext>
            </a:extLst>
          </p:cNvPr>
          <p:cNvCxnSpPr>
            <a:cxnSpLocks/>
          </p:cNvCxnSpPr>
          <p:nvPr/>
        </p:nvCxnSpPr>
        <p:spPr>
          <a:xfrm>
            <a:off x="858066" y="5501671"/>
            <a:ext cx="75797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432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6F8689-7AEB-3C92-4D06-2363BB0CBE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68" y="630567"/>
            <a:ext cx="59089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22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71</Words>
  <Application>Microsoft Office PowerPoint</Application>
  <PresentationFormat>와이드스크린</PresentationFormat>
  <Paragraphs>23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                   줄 은 글자 삭제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bqbq34@naver.com</dc:creator>
  <cp:lastModifiedBy>bqbq34@naver.com</cp:lastModifiedBy>
  <cp:revision>3</cp:revision>
  <dcterms:created xsi:type="dcterms:W3CDTF">2026-02-24T07:36:42Z</dcterms:created>
  <dcterms:modified xsi:type="dcterms:W3CDTF">2026-02-24T09:19:30Z</dcterms:modified>
</cp:coreProperties>
</file>