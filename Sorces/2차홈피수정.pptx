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78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8BA320-F775-9042-3230-54330BA6A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6ED738-3633-A48B-0C47-4EF96470D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0DFB2A-522F-D17F-DC43-7865E98CA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4CAB74-BD88-7642-16F8-DFC5A100E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7B0F1C-25FA-F4E7-C1ED-C4CB96CD6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069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3E6CFA-F8FA-88AF-9216-DA286F63A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348EFB-A4C7-7BDB-8EB2-E75DC86CF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EE9AB9-65FD-D3D1-235F-4503501D8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EEBDD1-70FA-F0AB-16A7-FC4BBCC50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5EA26B-874B-01BF-DECB-7AD8744D1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7435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0B876E-D24E-7EAF-8E31-E7CF3D41A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9FD685-3C7E-1875-ECEA-EA8BF6822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D4B69F-C467-F5CD-4C9A-390945A8C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28D51E-98CA-0BEB-8C6A-CB8C4AF1F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EAADB9A-FC4A-93E7-12BF-AD8765BD0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1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5236C-EE87-957F-9A94-93251C3AE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ABD4CD-5DD7-848A-FD41-6D3EF99DB1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3DB6792-6F9C-832B-E2D6-5360C6599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D621B8-5E07-6A2C-D74A-E1ECBDC2D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DA9E331-1C97-46DC-35BC-E48A97002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31FB7F3-3FA8-B7F1-550F-616CA2F883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7005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E9B040-1E0F-750A-FF67-F0BFC889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6548667-28B3-206F-3439-B87248BA64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222A6E-E83C-F085-7F5B-1E86B2DC3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5E849A1-53B0-3F8E-F395-A274CCD27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A07AE4D-9CF5-61A2-6315-810F122A4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905998-FF1A-A2E1-438D-EC37A9959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4601152-0F7A-7355-D3D8-160CCBBBD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E6517B-5231-868D-541E-5BAD526A8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138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935386-D5B7-28CC-CCBB-4B352D50B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7AEBB03-BB37-FCFD-BEFC-64E45CAD8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53C84E-669E-74DC-6B75-1222D7640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9490C10-5698-76C2-5612-5A9790272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836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71AB6C4-61A3-0B7B-0C69-00E5C5349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452555F-B706-179C-70B9-F90FB80D6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E2B25D-1E98-DAE6-0B54-B5C5C873A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029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AE5839-6576-EA89-3937-86BCD0BD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0728682-1F7F-6B74-533B-770C7F10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7D9F70-D848-E9F1-3466-255A8A9FCC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083D6D-4AA8-68B4-4068-CC2000353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9259E7-DB78-48C0-40B5-E9B493125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6E43131-8ADE-6547-A6DD-361527CDD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1512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827128-3BB6-71C2-5018-216126B2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AE5FF6-99E5-DED0-F36A-D3611150C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B6C794-7FDC-66A8-E421-ABAE2EB25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1EEF00-C399-FB49-ABF7-974AFF43E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5759791-0FC8-28F4-C2F5-A8037395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06789A4-0956-2740-CF77-47AA0842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11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9D386-C72B-0E8A-6437-04505A9AA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56E67A-0EBB-390C-EF7F-A14F37428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5C141E-BC6A-C111-474A-3D8ACCDBA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363E1D-AF1C-3BC2-CD25-F726F9A6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EFEDC4-C0A8-124E-7C0C-A43E8A30B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96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A3ABECB-04C1-9D8B-C2AE-930C4B64A6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8C0A54-7F02-2F66-D292-BA70FA5FD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8BE524A-0D2A-BBCB-4BA0-AE58B2A724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689C36-BABD-C475-17D8-89B505F4A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E4C831-A6E8-00DC-C03E-3E9DC0D45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149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26BD241-97C4-1AB6-4750-D209F077F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39758F-C8E8-865C-A5F4-7DAF521709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38BAB7-4C2A-B79E-060D-F6B5FD390B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57B62F-733D-4250-ABD7-E0713BAAE390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0C1231-5721-13EA-2EB0-70BDAB60E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77AAF0-1076-BB31-2CB8-5E3B36AF8C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7020A0-6F36-4635-B537-30348E89C04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1023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7" Type="http://schemas.openxmlformats.org/officeDocument/2006/relationships/image" Target="../media/image11.gif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gi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gif"/><Relationship Id="rId4" Type="http://schemas.openxmlformats.org/officeDocument/2006/relationships/image" Target="../media/image17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gif"/><Relationship Id="rId2" Type="http://schemas.openxmlformats.org/officeDocument/2006/relationships/image" Target="../media/image19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gif"/><Relationship Id="rId4" Type="http://schemas.openxmlformats.org/officeDocument/2006/relationships/image" Target="../media/image2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gif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0EE21294-2A98-7591-7870-769B49FFE9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956" y="1764175"/>
            <a:ext cx="3286408" cy="535396"/>
          </a:xfrm>
        </p:spPr>
        <p:txBody>
          <a:bodyPr>
            <a:normAutofit/>
          </a:bodyPr>
          <a:lstStyle/>
          <a:p>
            <a:r>
              <a:rPr lang="ko-KR" altLang="en-US" sz="1600" b="1" dirty="0" err="1"/>
              <a:t>세계왕립아카데미이사장</a:t>
            </a:r>
            <a:r>
              <a:rPr lang="ko-KR" altLang="en-US" sz="1600" b="1" dirty="0"/>
              <a:t> 수정</a:t>
            </a:r>
          </a:p>
        </p:txBody>
      </p:sp>
      <p:pic>
        <p:nvPicPr>
          <p:cNvPr id="5" name="그림 4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2135F05-129A-13CF-8ACF-2620A73727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09" y="528050"/>
            <a:ext cx="4225517" cy="1111154"/>
          </a:xfrm>
          <a:prstGeom prst="rect">
            <a:avLst/>
          </a:prstGeom>
        </p:spPr>
      </p:pic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D055BB26-F804-B925-1F72-54CA1243544D}"/>
              </a:ext>
            </a:extLst>
          </p:cNvPr>
          <p:cNvSpPr/>
          <p:nvPr/>
        </p:nvSpPr>
        <p:spPr>
          <a:xfrm>
            <a:off x="2851841" y="1475706"/>
            <a:ext cx="217284" cy="31687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2B1BD9A-A64F-E136-B28A-9DA94BF62404}"/>
              </a:ext>
            </a:extLst>
          </p:cNvPr>
          <p:cNvCxnSpPr/>
          <p:nvPr/>
        </p:nvCxnSpPr>
        <p:spPr>
          <a:xfrm>
            <a:off x="2806575" y="1358011"/>
            <a:ext cx="407406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9" name="부제목 2">
            <a:extLst>
              <a:ext uri="{FF2B5EF4-FFF2-40B4-BE49-F238E27FC236}">
                <a16:creationId xmlns:a16="http://schemas.microsoft.com/office/drawing/2014/main" id="{F4F70B83-4F45-3318-B21D-F24DD2746D38}"/>
              </a:ext>
            </a:extLst>
          </p:cNvPr>
          <p:cNvSpPr txBox="1">
            <a:spLocks/>
          </p:cNvSpPr>
          <p:nvPr/>
        </p:nvSpPr>
        <p:spPr>
          <a:xfrm>
            <a:off x="497941" y="5936312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소개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삭제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583BB4-F181-20BD-6E83-192FC71878ED}"/>
              </a:ext>
            </a:extLst>
          </p:cNvPr>
          <p:cNvSpPr txBox="1"/>
          <p:nvPr/>
        </p:nvSpPr>
        <p:spPr>
          <a:xfrm>
            <a:off x="620479" y="2259868"/>
            <a:ext cx="3777673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b="1" dirty="0"/>
              <a:t>황태손 인사말에서</a:t>
            </a:r>
            <a:endParaRPr lang="en-US" altLang="ko-KR" sz="1600" b="1" dirty="0"/>
          </a:p>
          <a:p>
            <a:endParaRPr lang="en-US" altLang="ko-KR" sz="1600" b="1" dirty="0"/>
          </a:p>
          <a:p>
            <a:r>
              <a:rPr lang="ko-KR" altLang="en-US" sz="1600" b="1" dirty="0" err="1"/>
              <a:t>세계왕립아카데미</a:t>
            </a:r>
            <a:endParaRPr lang="ko-KR" altLang="en-US" sz="1600" b="1" dirty="0"/>
          </a:p>
          <a:p>
            <a:r>
              <a:rPr lang="ko-KR" altLang="en-US" sz="1600" b="1" dirty="0"/>
              <a:t>대한황실 황태손 이 원 </a:t>
            </a:r>
            <a:r>
              <a:rPr lang="en-US" altLang="ko-KR" sz="1600" b="1" dirty="0"/>
              <a:t>  </a:t>
            </a:r>
            <a:r>
              <a:rPr lang="ko-KR" altLang="en-US" sz="1600" b="1" dirty="0"/>
              <a:t>으로 수정</a:t>
            </a:r>
            <a:endParaRPr lang="en-US" altLang="ko-KR" sz="1600" b="1" dirty="0"/>
          </a:p>
          <a:p>
            <a:endParaRPr lang="en-US" altLang="ko-KR" sz="1600" b="1" dirty="0"/>
          </a:p>
          <a:p>
            <a:r>
              <a:rPr lang="ko-KR" altLang="en-US" sz="1600" b="1" dirty="0"/>
              <a:t>황태손인사말 글자 흰색으로 통일</a:t>
            </a:r>
          </a:p>
          <a:p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07EE72C-C864-D2FC-FBAE-232D2371F542}"/>
              </a:ext>
            </a:extLst>
          </p:cNvPr>
          <p:cNvSpPr/>
          <p:nvPr/>
        </p:nvSpPr>
        <p:spPr>
          <a:xfrm>
            <a:off x="181069" y="2263366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BC1523F-4037-3530-060A-339A196E9989}"/>
              </a:ext>
            </a:extLst>
          </p:cNvPr>
          <p:cNvSpPr/>
          <p:nvPr/>
        </p:nvSpPr>
        <p:spPr>
          <a:xfrm>
            <a:off x="224828" y="297256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6" name="부제목 2">
            <a:extLst>
              <a:ext uri="{FF2B5EF4-FFF2-40B4-BE49-F238E27FC236}">
                <a16:creationId xmlns:a16="http://schemas.microsoft.com/office/drawing/2014/main" id="{AD1C15A5-F464-9213-A5A7-FE2DD101D257}"/>
              </a:ext>
            </a:extLst>
          </p:cNvPr>
          <p:cNvSpPr txBox="1">
            <a:spLocks/>
          </p:cNvSpPr>
          <p:nvPr/>
        </p:nvSpPr>
        <p:spPr>
          <a:xfrm>
            <a:off x="0" y="203970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황태손 소개에서</a:t>
            </a:r>
          </a:p>
        </p:txBody>
      </p:sp>
      <p:pic>
        <p:nvPicPr>
          <p:cNvPr id="18" name="그림 17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5BE91F6-817B-7F1B-FAE7-A1731EDD2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653470"/>
            <a:ext cx="3962400" cy="1047089"/>
          </a:xfrm>
          <a:prstGeom prst="rect">
            <a:avLst/>
          </a:prstGeom>
        </p:spPr>
      </p:pic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D7C4037C-EE9A-4DE7-6840-8A4FAF6E91E5}"/>
              </a:ext>
            </a:extLst>
          </p:cNvPr>
          <p:cNvCxnSpPr>
            <a:cxnSpLocks/>
          </p:cNvCxnSpPr>
          <p:nvPr/>
        </p:nvCxnSpPr>
        <p:spPr>
          <a:xfrm>
            <a:off x="1828800" y="5133304"/>
            <a:ext cx="642796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8886E37C-1BEE-64AB-68B2-CF94BBE8D5C2}"/>
              </a:ext>
            </a:extLst>
          </p:cNvPr>
          <p:cNvCxnSpPr/>
          <p:nvPr/>
        </p:nvCxnSpPr>
        <p:spPr>
          <a:xfrm>
            <a:off x="2127564" y="5278160"/>
            <a:ext cx="0" cy="62468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화살표: 아래쪽 24">
            <a:extLst>
              <a:ext uri="{FF2B5EF4-FFF2-40B4-BE49-F238E27FC236}">
                <a16:creationId xmlns:a16="http://schemas.microsoft.com/office/drawing/2014/main" id="{FCDFABD0-1E26-333D-8DA4-8E153A2A34EF}"/>
              </a:ext>
            </a:extLst>
          </p:cNvPr>
          <p:cNvSpPr/>
          <p:nvPr/>
        </p:nvSpPr>
        <p:spPr>
          <a:xfrm>
            <a:off x="2064190" y="5269105"/>
            <a:ext cx="135802" cy="6699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27A2786-AA5F-DCFD-02C4-DD2D170229C1}"/>
              </a:ext>
            </a:extLst>
          </p:cNvPr>
          <p:cNvSpPr/>
          <p:nvPr/>
        </p:nvSpPr>
        <p:spPr>
          <a:xfrm>
            <a:off x="161454" y="4362257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27" name="부제목 2">
            <a:extLst>
              <a:ext uri="{FF2B5EF4-FFF2-40B4-BE49-F238E27FC236}">
                <a16:creationId xmlns:a16="http://schemas.microsoft.com/office/drawing/2014/main" id="{318B5C86-37FB-8E0E-3758-A4D001432555}"/>
              </a:ext>
            </a:extLst>
          </p:cNvPr>
          <p:cNvSpPr txBox="1">
            <a:spLocks/>
          </p:cNvSpPr>
          <p:nvPr/>
        </p:nvSpPr>
        <p:spPr>
          <a:xfrm>
            <a:off x="162962" y="4377607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WRA</a:t>
            </a:r>
            <a:r>
              <a:rPr lang="ko-KR" altLang="en-US" sz="1600" b="1" dirty="0"/>
              <a:t>소개</a:t>
            </a:r>
            <a:r>
              <a:rPr lang="en-US" altLang="ko-KR" sz="1600" b="1" dirty="0"/>
              <a:t>: </a:t>
            </a:r>
            <a:r>
              <a:rPr lang="ko-KR" altLang="en-US" sz="1600" b="1" dirty="0"/>
              <a:t>비전 미션에서</a:t>
            </a:r>
          </a:p>
        </p:txBody>
      </p:sp>
      <p:pic>
        <p:nvPicPr>
          <p:cNvPr id="29" name="그림 28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E5DA137-B008-A682-37D0-30F293070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1606" y="625844"/>
            <a:ext cx="4038231" cy="1003780"/>
          </a:xfrm>
          <a:prstGeom prst="rect">
            <a:avLst/>
          </a:prstGeom>
        </p:spPr>
      </p:pic>
      <p:sp>
        <p:nvSpPr>
          <p:cNvPr id="30" name="부제목 2">
            <a:extLst>
              <a:ext uri="{FF2B5EF4-FFF2-40B4-BE49-F238E27FC236}">
                <a16:creationId xmlns:a16="http://schemas.microsoft.com/office/drawing/2014/main" id="{7B04AD48-202D-286F-77C0-A25F6A55A04A}"/>
              </a:ext>
            </a:extLst>
          </p:cNvPr>
          <p:cNvSpPr txBox="1">
            <a:spLocks/>
          </p:cNvSpPr>
          <p:nvPr/>
        </p:nvSpPr>
        <p:spPr>
          <a:xfrm>
            <a:off x="6000938" y="274888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조직도에서</a:t>
            </a:r>
          </a:p>
        </p:txBody>
      </p: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A869E651-ED4F-F20A-017C-FA955F0C3CF5}"/>
              </a:ext>
            </a:extLst>
          </p:cNvPr>
          <p:cNvCxnSpPr>
            <a:cxnSpLocks/>
          </p:cNvCxnSpPr>
          <p:nvPr/>
        </p:nvCxnSpPr>
        <p:spPr>
          <a:xfrm>
            <a:off x="8999145" y="1258432"/>
            <a:ext cx="119505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5" name="화살표: 아래쪽 34">
            <a:extLst>
              <a:ext uri="{FF2B5EF4-FFF2-40B4-BE49-F238E27FC236}">
                <a16:creationId xmlns:a16="http://schemas.microsoft.com/office/drawing/2014/main" id="{5435320E-D716-2823-2AA1-20309F94C4DE}"/>
              </a:ext>
            </a:extLst>
          </p:cNvPr>
          <p:cNvSpPr/>
          <p:nvPr/>
        </p:nvSpPr>
        <p:spPr>
          <a:xfrm>
            <a:off x="9549897" y="1265963"/>
            <a:ext cx="146363" cy="52662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부제목 2">
            <a:extLst>
              <a:ext uri="{FF2B5EF4-FFF2-40B4-BE49-F238E27FC236}">
                <a16:creationId xmlns:a16="http://schemas.microsoft.com/office/drawing/2014/main" id="{A6426E81-139E-A811-74A7-47D1CC5262DC}"/>
              </a:ext>
            </a:extLst>
          </p:cNvPr>
          <p:cNvSpPr txBox="1">
            <a:spLocks/>
          </p:cNvSpPr>
          <p:nvPr/>
        </p:nvSpPr>
        <p:spPr>
          <a:xfrm>
            <a:off x="8590229" y="5292007"/>
            <a:ext cx="2835243" cy="5022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한국어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수정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AE93E4AA-9323-3C9E-1D77-4FC74200AFD9}"/>
              </a:ext>
            </a:extLst>
          </p:cNvPr>
          <p:cNvSpPr/>
          <p:nvPr/>
        </p:nvSpPr>
        <p:spPr>
          <a:xfrm>
            <a:off x="6606012" y="268582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pic>
        <p:nvPicPr>
          <p:cNvPr id="39" name="그림 38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3961E-7A55-EB32-FD5B-35F832788F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6926" y="2699874"/>
            <a:ext cx="3164847" cy="1482835"/>
          </a:xfrm>
          <a:prstGeom prst="rect">
            <a:avLst/>
          </a:prstGeom>
        </p:spPr>
      </p:pic>
      <p:sp>
        <p:nvSpPr>
          <p:cNvPr id="40" name="부제목 2">
            <a:extLst>
              <a:ext uri="{FF2B5EF4-FFF2-40B4-BE49-F238E27FC236}">
                <a16:creationId xmlns:a16="http://schemas.microsoft.com/office/drawing/2014/main" id="{40570A1C-B5A2-D873-F1D9-D34234F82FA4}"/>
              </a:ext>
            </a:extLst>
          </p:cNvPr>
          <p:cNvSpPr txBox="1">
            <a:spLocks/>
          </p:cNvSpPr>
          <p:nvPr/>
        </p:nvSpPr>
        <p:spPr>
          <a:xfrm>
            <a:off x="6461155" y="2382845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글로벌파트너에서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B4FF3D5-CEA8-8945-3B23-012993E5D33F}"/>
              </a:ext>
            </a:extLst>
          </p:cNvPr>
          <p:cNvSpPr/>
          <p:nvPr/>
        </p:nvSpPr>
        <p:spPr>
          <a:xfrm>
            <a:off x="6640717" y="2331271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43" name="화살표: 아래쪽 42">
            <a:extLst>
              <a:ext uri="{FF2B5EF4-FFF2-40B4-BE49-F238E27FC236}">
                <a16:creationId xmlns:a16="http://schemas.microsoft.com/office/drawing/2014/main" id="{AA58FC96-EAEF-B0AB-32B0-93AA331481AF}"/>
              </a:ext>
            </a:extLst>
          </p:cNvPr>
          <p:cNvSpPr/>
          <p:nvPr/>
        </p:nvSpPr>
        <p:spPr>
          <a:xfrm>
            <a:off x="8733577" y="3826594"/>
            <a:ext cx="120712" cy="46474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부제목 2">
            <a:extLst>
              <a:ext uri="{FF2B5EF4-FFF2-40B4-BE49-F238E27FC236}">
                <a16:creationId xmlns:a16="http://schemas.microsoft.com/office/drawing/2014/main" id="{8E8BB1A8-51F1-3056-5D16-E501AE5BA991}"/>
              </a:ext>
            </a:extLst>
          </p:cNvPr>
          <p:cNvSpPr txBox="1">
            <a:spLocks/>
          </p:cNvSpPr>
          <p:nvPr/>
        </p:nvSpPr>
        <p:spPr>
          <a:xfrm>
            <a:off x="7167329" y="4303678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 err="1"/>
              <a:t>대한황실문화원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으로 수정</a:t>
            </a:r>
          </a:p>
        </p:txBody>
      </p:sp>
      <p:pic>
        <p:nvPicPr>
          <p:cNvPr id="46" name="그림 45" descr="텍스트, 스크린샷, 번호, 전자제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D1269D-CD4A-55C7-5530-8FFE73FE23A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168" y="4789283"/>
            <a:ext cx="1874067" cy="1989060"/>
          </a:xfrm>
          <a:prstGeom prst="rect">
            <a:avLst/>
          </a:prstGeom>
        </p:spPr>
      </p:pic>
      <p:sp>
        <p:nvSpPr>
          <p:cNvPr id="50" name="화살표: 아래쪽 49">
            <a:extLst>
              <a:ext uri="{FF2B5EF4-FFF2-40B4-BE49-F238E27FC236}">
                <a16:creationId xmlns:a16="http://schemas.microsoft.com/office/drawing/2014/main" id="{F35CCF92-730F-3C92-561D-B98FD71077C0}"/>
              </a:ext>
            </a:extLst>
          </p:cNvPr>
          <p:cNvSpPr/>
          <p:nvPr/>
        </p:nvSpPr>
        <p:spPr>
          <a:xfrm rot="16200000">
            <a:off x="8864852" y="5134810"/>
            <a:ext cx="143346" cy="605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화살표: 아래쪽 50">
            <a:extLst>
              <a:ext uri="{FF2B5EF4-FFF2-40B4-BE49-F238E27FC236}">
                <a16:creationId xmlns:a16="http://schemas.microsoft.com/office/drawing/2014/main" id="{0B8AC2DA-925D-A960-9285-97CD4592D5D0}"/>
              </a:ext>
            </a:extLst>
          </p:cNvPr>
          <p:cNvSpPr/>
          <p:nvPr/>
        </p:nvSpPr>
        <p:spPr>
          <a:xfrm rot="16200000">
            <a:off x="8872396" y="5504492"/>
            <a:ext cx="143346" cy="605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화살표: 아래쪽 51">
            <a:extLst>
              <a:ext uri="{FF2B5EF4-FFF2-40B4-BE49-F238E27FC236}">
                <a16:creationId xmlns:a16="http://schemas.microsoft.com/office/drawing/2014/main" id="{65DE4A77-6838-E36E-BA29-2D382C995A81}"/>
              </a:ext>
            </a:extLst>
          </p:cNvPr>
          <p:cNvSpPr/>
          <p:nvPr/>
        </p:nvSpPr>
        <p:spPr>
          <a:xfrm rot="16200000">
            <a:off x="8888994" y="5819856"/>
            <a:ext cx="143346" cy="605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화살표: 아래쪽 52">
            <a:extLst>
              <a:ext uri="{FF2B5EF4-FFF2-40B4-BE49-F238E27FC236}">
                <a16:creationId xmlns:a16="http://schemas.microsoft.com/office/drawing/2014/main" id="{27F63680-0024-FA80-837B-51B15FECFB60}"/>
              </a:ext>
            </a:extLst>
          </p:cNvPr>
          <p:cNvSpPr/>
          <p:nvPr/>
        </p:nvSpPr>
        <p:spPr>
          <a:xfrm rot="16200000">
            <a:off x="8869378" y="6162378"/>
            <a:ext cx="143346" cy="6050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부제목 2">
            <a:extLst>
              <a:ext uri="{FF2B5EF4-FFF2-40B4-BE49-F238E27FC236}">
                <a16:creationId xmlns:a16="http://schemas.microsoft.com/office/drawing/2014/main" id="{D26FBE6C-996E-A9FA-F271-263CDF2C7EA0}"/>
              </a:ext>
            </a:extLst>
          </p:cNvPr>
          <p:cNvSpPr txBox="1">
            <a:spLocks/>
          </p:cNvSpPr>
          <p:nvPr/>
        </p:nvSpPr>
        <p:spPr>
          <a:xfrm>
            <a:off x="8425758" y="5661690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한국문학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수정</a:t>
            </a:r>
          </a:p>
        </p:txBody>
      </p:sp>
      <p:sp>
        <p:nvSpPr>
          <p:cNvPr id="55" name="부제목 2">
            <a:extLst>
              <a:ext uri="{FF2B5EF4-FFF2-40B4-BE49-F238E27FC236}">
                <a16:creationId xmlns:a16="http://schemas.microsoft.com/office/drawing/2014/main" id="{38F510AD-4518-0DE4-C74A-AB624EA5CB74}"/>
              </a:ext>
            </a:extLst>
          </p:cNvPr>
          <p:cNvSpPr txBox="1">
            <a:spLocks/>
          </p:cNvSpPr>
          <p:nvPr/>
        </p:nvSpPr>
        <p:spPr>
          <a:xfrm>
            <a:off x="8415196" y="6040426"/>
            <a:ext cx="3286408" cy="3332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한국학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수정</a:t>
            </a:r>
          </a:p>
        </p:txBody>
      </p:sp>
      <p:sp>
        <p:nvSpPr>
          <p:cNvPr id="56" name="부제목 2">
            <a:extLst>
              <a:ext uri="{FF2B5EF4-FFF2-40B4-BE49-F238E27FC236}">
                <a16:creationId xmlns:a16="http://schemas.microsoft.com/office/drawing/2014/main" id="{039E9867-7C4B-1D74-0FD0-2D06DB558CAB}"/>
              </a:ext>
            </a:extLst>
          </p:cNvPr>
          <p:cNvSpPr txBox="1">
            <a:spLocks/>
          </p:cNvSpPr>
          <p:nvPr/>
        </p:nvSpPr>
        <p:spPr>
          <a:xfrm>
            <a:off x="8694345" y="6392003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도서출판 및 교재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수정</a:t>
            </a:r>
          </a:p>
        </p:txBody>
      </p:sp>
      <p:sp>
        <p:nvSpPr>
          <p:cNvPr id="57" name="부제목 2">
            <a:extLst>
              <a:ext uri="{FF2B5EF4-FFF2-40B4-BE49-F238E27FC236}">
                <a16:creationId xmlns:a16="http://schemas.microsoft.com/office/drawing/2014/main" id="{FE529A1C-C0D6-703E-EC2B-9E78066DD670}"/>
              </a:ext>
            </a:extLst>
          </p:cNvPr>
          <p:cNvSpPr txBox="1">
            <a:spLocks/>
          </p:cNvSpPr>
          <p:nvPr/>
        </p:nvSpPr>
        <p:spPr>
          <a:xfrm>
            <a:off x="8136048" y="1768700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 err="1"/>
              <a:t>대한황실문화원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삭제</a:t>
            </a:r>
          </a:p>
        </p:txBody>
      </p: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2D14D5D9-C286-BBC8-932F-EE399B2FD148}"/>
              </a:ext>
            </a:extLst>
          </p:cNvPr>
          <p:cNvCxnSpPr>
            <a:cxnSpLocks/>
          </p:cNvCxnSpPr>
          <p:nvPr/>
        </p:nvCxnSpPr>
        <p:spPr>
          <a:xfrm>
            <a:off x="7612456" y="6118634"/>
            <a:ext cx="49945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D98ADF70-2908-D7D4-A759-114E13CF7383}"/>
              </a:ext>
            </a:extLst>
          </p:cNvPr>
          <p:cNvSpPr/>
          <p:nvPr/>
        </p:nvSpPr>
        <p:spPr>
          <a:xfrm>
            <a:off x="6657315" y="4448273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65443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친필, 폰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5891FA-52CC-3D7B-8FB0-48863F6D61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973" y="485712"/>
            <a:ext cx="2550061" cy="2438557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6813DBE-D96D-7E3E-3DC4-D884260CBC4F}"/>
              </a:ext>
            </a:extLst>
          </p:cNvPr>
          <p:cNvSpPr/>
          <p:nvPr/>
        </p:nvSpPr>
        <p:spPr>
          <a:xfrm>
            <a:off x="303292" y="158439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BEF44048-E971-826B-CC12-238570618A7A}"/>
              </a:ext>
            </a:extLst>
          </p:cNvPr>
          <p:cNvSpPr/>
          <p:nvPr/>
        </p:nvSpPr>
        <p:spPr>
          <a:xfrm>
            <a:off x="2915216" y="615637"/>
            <a:ext cx="543208" cy="19917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1FA2AF29-3CC0-6C94-15E4-D5EEB01FE6A5}"/>
              </a:ext>
            </a:extLst>
          </p:cNvPr>
          <p:cNvCxnSpPr/>
          <p:nvPr/>
        </p:nvCxnSpPr>
        <p:spPr>
          <a:xfrm>
            <a:off x="832919" y="669956"/>
            <a:ext cx="191933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부제목 2">
            <a:extLst>
              <a:ext uri="{FF2B5EF4-FFF2-40B4-BE49-F238E27FC236}">
                <a16:creationId xmlns:a16="http://schemas.microsoft.com/office/drawing/2014/main" id="{DDE52598-3877-EDFD-28B1-F5F93CF50E7F}"/>
              </a:ext>
            </a:extLst>
          </p:cNvPr>
          <p:cNvSpPr txBox="1">
            <a:spLocks/>
          </p:cNvSpPr>
          <p:nvPr/>
        </p:nvSpPr>
        <p:spPr>
          <a:xfrm>
            <a:off x="2605888" y="564599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한국어</a:t>
            </a:r>
            <a:r>
              <a:rPr lang="en-US" altLang="ko-KR" sz="1600" b="1" dirty="0"/>
              <a:t>”</a:t>
            </a:r>
            <a:r>
              <a:rPr lang="ko-KR" altLang="en-US" sz="1600" b="1" dirty="0"/>
              <a:t> 로 수정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E431585C-C4E5-3107-DEF0-EB2FB94E3407}"/>
              </a:ext>
            </a:extLst>
          </p:cNvPr>
          <p:cNvSpPr/>
          <p:nvPr/>
        </p:nvSpPr>
        <p:spPr>
          <a:xfrm>
            <a:off x="2750744" y="2225645"/>
            <a:ext cx="870641" cy="1916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부제목 2">
            <a:extLst>
              <a:ext uri="{FF2B5EF4-FFF2-40B4-BE49-F238E27FC236}">
                <a16:creationId xmlns:a16="http://schemas.microsoft.com/office/drawing/2014/main" id="{F5772C81-14CF-C488-1CC3-F28C47733651}"/>
              </a:ext>
            </a:extLst>
          </p:cNvPr>
          <p:cNvSpPr txBox="1">
            <a:spLocks/>
          </p:cNvSpPr>
          <p:nvPr/>
        </p:nvSpPr>
        <p:spPr>
          <a:xfrm>
            <a:off x="3473513" y="2192714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訓民正音</a:t>
            </a:r>
            <a:r>
              <a:rPr lang="en-US" altLang="ko-KR" sz="1600" b="1" dirty="0"/>
              <a:t>”</a:t>
            </a:r>
            <a:r>
              <a:rPr lang="ko-KR" altLang="en-US" sz="1600" b="1" dirty="0"/>
              <a:t> 한글을 한자로 수정</a:t>
            </a:r>
          </a:p>
        </p:txBody>
      </p:sp>
      <p:pic>
        <p:nvPicPr>
          <p:cNvPr id="15" name="그림 14" descr="폰트, 텍스트, 스크린샷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B14558D-01E4-B807-6122-81A91E3C1F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66" y="3154425"/>
            <a:ext cx="1914525" cy="1400175"/>
          </a:xfrm>
          <a:prstGeom prst="rect">
            <a:avLst/>
          </a:prstGeom>
        </p:spPr>
      </p:pic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062849A1-06BB-CB15-0FB5-07EB590583AB}"/>
              </a:ext>
            </a:extLst>
          </p:cNvPr>
          <p:cNvCxnSpPr/>
          <p:nvPr/>
        </p:nvCxnSpPr>
        <p:spPr>
          <a:xfrm>
            <a:off x="615636" y="3032911"/>
            <a:ext cx="2154725" cy="153003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AC8430F2-01B9-9865-71DA-976C309ABC03}"/>
              </a:ext>
            </a:extLst>
          </p:cNvPr>
          <p:cNvCxnSpPr>
            <a:cxnSpLocks/>
          </p:cNvCxnSpPr>
          <p:nvPr/>
        </p:nvCxnSpPr>
        <p:spPr>
          <a:xfrm flipV="1">
            <a:off x="660904" y="3132499"/>
            <a:ext cx="2263365" cy="1394234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FF5F6B46-09D7-8579-B81C-7E367838BCDB}"/>
              </a:ext>
            </a:extLst>
          </p:cNvPr>
          <p:cNvSpPr/>
          <p:nvPr/>
        </p:nvSpPr>
        <p:spPr>
          <a:xfrm>
            <a:off x="2640595" y="3654583"/>
            <a:ext cx="870641" cy="1916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533F31DD-CF74-531E-7B0C-1BDB565925F9}"/>
              </a:ext>
            </a:extLst>
          </p:cNvPr>
          <p:cNvSpPr txBox="1">
            <a:spLocks/>
          </p:cNvSpPr>
          <p:nvPr/>
        </p:nvSpPr>
        <p:spPr>
          <a:xfrm>
            <a:off x="2278454" y="3614108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삭제</a:t>
            </a:r>
          </a:p>
        </p:txBody>
      </p:sp>
      <p:pic>
        <p:nvPicPr>
          <p:cNvPr id="24" name="그림 23" descr="텍스트, 책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D19738-CCCC-85A0-17AC-3FF4E9B3E3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479" y="405521"/>
            <a:ext cx="2372857" cy="2295760"/>
          </a:xfrm>
          <a:prstGeom prst="rect">
            <a:avLst/>
          </a:prstGeom>
        </p:spPr>
      </p:pic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BAEC86ED-A712-1AAE-538A-81121537F873}"/>
              </a:ext>
            </a:extLst>
          </p:cNvPr>
          <p:cNvCxnSpPr>
            <a:cxnSpLocks/>
          </p:cNvCxnSpPr>
          <p:nvPr/>
        </p:nvCxnSpPr>
        <p:spPr>
          <a:xfrm flipV="1">
            <a:off x="6880634" y="559805"/>
            <a:ext cx="2614942" cy="183031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27" name="그림 26">
            <a:extLst>
              <a:ext uri="{FF2B5EF4-FFF2-40B4-BE49-F238E27FC236}">
                <a16:creationId xmlns:a16="http://schemas.microsoft.com/office/drawing/2014/main" id="{E27C9289-8CDA-05D2-FB11-34F8EA42C7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9735" y="442646"/>
            <a:ext cx="2683251" cy="1911255"/>
          </a:xfrm>
          <a:prstGeom prst="rect">
            <a:avLst/>
          </a:prstGeom>
        </p:spPr>
      </p:pic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CEE50F91-893F-8630-057C-23D3218609CF}"/>
              </a:ext>
            </a:extLst>
          </p:cNvPr>
          <p:cNvSpPr/>
          <p:nvPr/>
        </p:nvSpPr>
        <p:spPr>
          <a:xfrm>
            <a:off x="9211902" y="1498349"/>
            <a:ext cx="870641" cy="19163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부제목 2">
            <a:extLst>
              <a:ext uri="{FF2B5EF4-FFF2-40B4-BE49-F238E27FC236}">
                <a16:creationId xmlns:a16="http://schemas.microsoft.com/office/drawing/2014/main" id="{24D51485-CCD0-2850-7CBA-18516966E0F9}"/>
              </a:ext>
            </a:extLst>
          </p:cNvPr>
          <p:cNvSpPr txBox="1">
            <a:spLocks/>
          </p:cNvSpPr>
          <p:nvPr/>
        </p:nvSpPr>
        <p:spPr>
          <a:xfrm>
            <a:off x="8840708" y="1457874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삭제</a:t>
            </a:r>
          </a:p>
        </p:txBody>
      </p:sp>
      <p:sp>
        <p:nvSpPr>
          <p:cNvPr id="30" name="부제목 2">
            <a:extLst>
              <a:ext uri="{FF2B5EF4-FFF2-40B4-BE49-F238E27FC236}">
                <a16:creationId xmlns:a16="http://schemas.microsoft.com/office/drawing/2014/main" id="{9A9E810B-66B3-D64B-9150-DB66326D2F45}"/>
              </a:ext>
            </a:extLst>
          </p:cNvPr>
          <p:cNvSpPr txBox="1">
            <a:spLocks/>
          </p:cNvSpPr>
          <p:nvPr/>
        </p:nvSpPr>
        <p:spPr>
          <a:xfrm>
            <a:off x="6355534" y="3078445"/>
            <a:ext cx="5703682" cy="1674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C00000"/>
                </a:solidFill>
              </a:rPr>
              <a:t>한국문학에서 독서 토론 내용만 삭제 해 주시고 삭제된 곳에 한국학에 들어가 있는 인문학 내용이 다 들어가야 합니다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r>
              <a:rPr lang="ko-KR" altLang="en-US" sz="1600" b="1" dirty="0">
                <a:solidFill>
                  <a:srgbClr val="C00000"/>
                </a:solidFill>
              </a:rPr>
              <a:t>한국학으로 잘못 들어가 있네요</a:t>
            </a:r>
          </a:p>
        </p:txBody>
      </p:sp>
      <p:pic>
        <p:nvPicPr>
          <p:cNvPr id="32" name="그림 31" descr="텍스트, 스크린샷, 번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A33AAB-816B-B9C8-7B89-E13BC7602F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08" y="4298565"/>
            <a:ext cx="2711036" cy="2066013"/>
          </a:xfrm>
          <a:prstGeom prst="rect">
            <a:avLst/>
          </a:prstGeom>
        </p:spPr>
      </p:pic>
      <p:pic>
        <p:nvPicPr>
          <p:cNvPr id="34" name="그림 33" descr="텍스트, 스크린샷, 폰트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EBC566C-317D-F2D6-42D4-C9A4E8BA05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2971" y="4273236"/>
            <a:ext cx="2676655" cy="2423146"/>
          </a:xfrm>
          <a:prstGeom prst="rect">
            <a:avLst/>
          </a:prstGeom>
        </p:spPr>
      </p:pic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6E6D39A9-0C87-600E-C4C4-900FC2EB3E91}"/>
              </a:ext>
            </a:extLst>
          </p:cNvPr>
          <p:cNvCxnSpPr>
            <a:cxnSpLocks/>
          </p:cNvCxnSpPr>
          <p:nvPr/>
        </p:nvCxnSpPr>
        <p:spPr>
          <a:xfrm flipV="1">
            <a:off x="5711229" y="4264183"/>
            <a:ext cx="2771869" cy="1890665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5649E779-1E73-E07B-F5EA-8EA0449032E8}"/>
              </a:ext>
            </a:extLst>
          </p:cNvPr>
          <p:cNvCxnSpPr>
            <a:cxnSpLocks/>
          </p:cNvCxnSpPr>
          <p:nvPr/>
        </p:nvCxnSpPr>
        <p:spPr>
          <a:xfrm>
            <a:off x="5729335" y="4154032"/>
            <a:ext cx="2844297" cy="211096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0" name="부제목 2">
            <a:extLst>
              <a:ext uri="{FF2B5EF4-FFF2-40B4-BE49-F238E27FC236}">
                <a16:creationId xmlns:a16="http://schemas.microsoft.com/office/drawing/2014/main" id="{25897EF6-CC3B-7123-D66C-307715F6D039}"/>
              </a:ext>
            </a:extLst>
          </p:cNvPr>
          <p:cNvSpPr txBox="1">
            <a:spLocks/>
          </p:cNvSpPr>
          <p:nvPr/>
        </p:nvSpPr>
        <p:spPr>
          <a:xfrm>
            <a:off x="5462257" y="6462932"/>
            <a:ext cx="3286408" cy="535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삭제</a:t>
            </a:r>
          </a:p>
        </p:txBody>
      </p:sp>
      <p:sp>
        <p:nvSpPr>
          <p:cNvPr id="41" name="화살표: 오른쪽 40">
            <a:extLst>
              <a:ext uri="{FF2B5EF4-FFF2-40B4-BE49-F238E27FC236}">
                <a16:creationId xmlns:a16="http://schemas.microsoft.com/office/drawing/2014/main" id="{9A8F4FC1-5F78-75D3-9188-2F957C6DC3FB}"/>
              </a:ext>
            </a:extLst>
          </p:cNvPr>
          <p:cNvSpPr/>
          <p:nvPr/>
        </p:nvSpPr>
        <p:spPr>
          <a:xfrm>
            <a:off x="8567598" y="5009584"/>
            <a:ext cx="666937" cy="15089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FA92D64F-73B8-FF16-B1F7-E89CCA88DBFF}"/>
              </a:ext>
            </a:extLst>
          </p:cNvPr>
          <p:cNvSpPr/>
          <p:nvPr/>
        </p:nvSpPr>
        <p:spPr>
          <a:xfrm>
            <a:off x="5987360" y="3035932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1C4D265-21EE-7893-DA17-BE64A26AE9E0}"/>
              </a:ext>
            </a:extLst>
          </p:cNvPr>
          <p:cNvSpPr/>
          <p:nvPr/>
        </p:nvSpPr>
        <p:spPr>
          <a:xfrm>
            <a:off x="6692021" y="218795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9963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책, 스크린샷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D7163A-FAD1-A3E8-DCB4-25E38F7F3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31" y="386124"/>
            <a:ext cx="2094233" cy="188629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2C4EA3C-048B-9C95-F8E5-A8F7D5EBEF4A}"/>
              </a:ext>
            </a:extLst>
          </p:cNvPr>
          <p:cNvSpPr/>
          <p:nvPr/>
        </p:nvSpPr>
        <p:spPr>
          <a:xfrm>
            <a:off x="129768" y="165984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7" name="부제목 2">
            <a:extLst>
              <a:ext uri="{FF2B5EF4-FFF2-40B4-BE49-F238E27FC236}">
                <a16:creationId xmlns:a16="http://schemas.microsoft.com/office/drawing/2014/main" id="{B4D4EFFD-896B-4C4E-FB10-C0D62D3DA609}"/>
              </a:ext>
            </a:extLst>
          </p:cNvPr>
          <p:cNvSpPr txBox="1">
            <a:spLocks/>
          </p:cNvSpPr>
          <p:nvPr/>
        </p:nvSpPr>
        <p:spPr>
          <a:xfrm>
            <a:off x="1772969" y="1189288"/>
            <a:ext cx="2156235" cy="27737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삭제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BA601C5-9728-0FCB-1546-8DF64C1C828B}"/>
              </a:ext>
            </a:extLst>
          </p:cNvPr>
          <p:cNvCxnSpPr>
            <a:cxnSpLocks/>
          </p:cNvCxnSpPr>
          <p:nvPr/>
        </p:nvCxnSpPr>
        <p:spPr>
          <a:xfrm>
            <a:off x="561315" y="434566"/>
            <a:ext cx="2190938" cy="206419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8FC0F824-739E-231F-AF22-6D73B52F7789}"/>
              </a:ext>
            </a:extLst>
          </p:cNvPr>
          <p:cNvCxnSpPr>
            <a:cxnSpLocks/>
          </p:cNvCxnSpPr>
          <p:nvPr/>
        </p:nvCxnSpPr>
        <p:spPr>
          <a:xfrm flipH="1">
            <a:off x="181069" y="325925"/>
            <a:ext cx="2372008" cy="1955548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9" name="그림 18" descr="텍스트, 스크린샷, 폰트,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06EBBF-F7F9-2F0B-B7DB-1D1E72AB34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181" y="2694107"/>
            <a:ext cx="3507858" cy="1126455"/>
          </a:xfrm>
          <a:prstGeom prst="rect">
            <a:avLst/>
          </a:prstGeom>
        </p:spPr>
      </p:pic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5CC7DC00-2011-DCA5-35DB-2001437621D1}"/>
              </a:ext>
            </a:extLst>
          </p:cNvPr>
          <p:cNvCxnSpPr>
            <a:cxnSpLocks/>
          </p:cNvCxnSpPr>
          <p:nvPr/>
        </p:nvCxnSpPr>
        <p:spPr>
          <a:xfrm>
            <a:off x="2199991" y="3367890"/>
            <a:ext cx="62469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부제목 2">
            <a:extLst>
              <a:ext uri="{FF2B5EF4-FFF2-40B4-BE49-F238E27FC236}">
                <a16:creationId xmlns:a16="http://schemas.microsoft.com/office/drawing/2014/main" id="{DF9C1B17-66D2-B8FF-A550-99E98BDAB250}"/>
              </a:ext>
            </a:extLst>
          </p:cNvPr>
          <p:cNvSpPr txBox="1">
            <a:spLocks/>
          </p:cNvSpPr>
          <p:nvPr/>
        </p:nvSpPr>
        <p:spPr>
          <a:xfrm>
            <a:off x="69409" y="3921925"/>
            <a:ext cx="3823581" cy="541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줄 그은 자리에 </a:t>
            </a:r>
            <a:r>
              <a:rPr lang="en-US" altLang="ko-KR" sz="1600" b="1" dirty="0"/>
              <a:t>“</a:t>
            </a:r>
            <a:r>
              <a:rPr lang="ko-KR" altLang="en-US" sz="1600" b="1" dirty="0"/>
              <a:t>한국학을 공부해야 하는 이유</a:t>
            </a:r>
            <a:r>
              <a:rPr lang="en-US" altLang="ko-KR" sz="1600" b="1" dirty="0"/>
              <a:t>”</a:t>
            </a:r>
            <a:r>
              <a:rPr lang="ko-KR" altLang="en-US" sz="1600" b="1" dirty="0"/>
              <a:t> 넣기</a:t>
            </a:r>
          </a:p>
        </p:txBody>
      </p:sp>
      <p:pic>
        <p:nvPicPr>
          <p:cNvPr id="26" name="그림 25" descr="텍스트, 전자제품, 스크린샷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8E8EDF-E78B-7707-9FE4-6392750784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354"/>
          <a:stretch>
            <a:fillRect/>
          </a:stretch>
        </p:blipFill>
        <p:spPr>
          <a:xfrm>
            <a:off x="5502277" y="334979"/>
            <a:ext cx="4804648" cy="3213980"/>
          </a:xfrm>
          <a:prstGeom prst="rect">
            <a:avLst/>
          </a:prstGeom>
        </p:spPr>
      </p:pic>
      <p:sp>
        <p:nvSpPr>
          <p:cNvPr id="27" name="부제목 2">
            <a:extLst>
              <a:ext uri="{FF2B5EF4-FFF2-40B4-BE49-F238E27FC236}">
                <a16:creationId xmlns:a16="http://schemas.microsoft.com/office/drawing/2014/main" id="{2A91F898-8F20-B287-7089-A735771ACE1C}"/>
              </a:ext>
            </a:extLst>
          </p:cNvPr>
          <p:cNvSpPr txBox="1">
            <a:spLocks/>
          </p:cNvSpPr>
          <p:nvPr/>
        </p:nvSpPr>
        <p:spPr>
          <a:xfrm>
            <a:off x="5771583" y="3938524"/>
            <a:ext cx="5255538" cy="2462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위 내용 </a:t>
            </a:r>
            <a:r>
              <a:rPr lang="en-US" altLang="ko-KR" sz="1600" b="1" dirty="0">
                <a:solidFill>
                  <a:srgbClr val="C00000"/>
                </a:solidFill>
              </a:rPr>
              <a:t>1.2…</a:t>
            </a:r>
            <a:r>
              <a:rPr lang="ko-KR" altLang="en-US" sz="1600" b="1" dirty="0">
                <a:solidFill>
                  <a:srgbClr val="C00000"/>
                </a:solidFill>
              </a:rPr>
              <a:t>등 나눠 놓으셨는데 나누지 마시고 그대로 내용이 다 보일 수 있게 해주세요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 algn="l">
              <a:lnSpc>
                <a:spcPts val="22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처음에 내용 드린 그대로 다 보일 수 있게요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 algn="l">
              <a:lnSpc>
                <a:spcPts val="22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그리고 </a:t>
            </a:r>
            <a:r>
              <a:rPr lang="en-US" altLang="ko-KR" sz="1600" b="1" dirty="0">
                <a:solidFill>
                  <a:srgbClr val="C00000"/>
                </a:solidFill>
              </a:rPr>
              <a:t>“AI</a:t>
            </a:r>
            <a:r>
              <a:rPr lang="ko-KR" altLang="en-US" sz="1600" b="1" dirty="0" err="1">
                <a:solidFill>
                  <a:srgbClr val="C00000"/>
                </a:solidFill>
              </a:rPr>
              <a:t>시대인문학과놀자</a:t>
            </a:r>
            <a:r>
              <a:rPr lang="en-US" altLang="ko-KR" sz="1600" b="1" dirty="0">
                <a:solidFill>
                  <a:srgbClr val="C00000"/>
                </a:solidFill>
              </a:rPr>
              <a:t>”</a:t>
            </a:r>
            <a:r>
              <a:rPr lang="ko-KR" altLang="en-US" sz="1600" b="1" dirty="0">
                <a:solidFill>
                  <a:srgbClr val="C00000"/>
                </a:solidFill>
              </a:rPr>
              <a:t>는 한국문학에 다 </a:t>
            </a:r>
            <a:r>
              <a:rPr lang="ko-KR" altLang="en-US" sz="1600" b="1" dirty="0" err="1">
                <a:solidFill>
                  <a:srgbClr val="C00000"/>
                </a:solidFill>
              </a:rPr>
              <a:t>넣어주셔야</a:t>
            </a:r>
            <a:r>
              <a:rPr lang="ko-KR" altLang="en-US" sz="1600" b="1" dirty="0">
                <a:solidFill>
                  <a:srgbClr val="C00000"/>
                </a:solidFill>
              </a:rPr>
              <a:t> 합니다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 algn="l">
              <a:lnSpc>
                <a:spcPts val="2200"/>
              </a:lnSpc>
            </a:pPr>
            <a:r>
              <a:rPr lang="ko-KR" altLang="en-US" sz="1600" b="1" dirty="0">
                <a:solidFill>
                  <a:srgbClr val="C00000"/>
                </a:solidFill>
              </a:rPr>
              <a:t>그리고 한국학 커리큘럼 </a:t>
            </a:r>
            <a:r>
              <a:rPr lang="en-US" altLang="ko-KR" sz="1600" b="1" dirty="0">
                <a:solidFill>
                  <a:srgbClr val="C00000"/>
                </a:solidFill>
              </a:rPr>
              <a:t>16</a:t>
            </a:r>
            <a:r>
              <a:rPr lang="ko-KR" altLang="en-US" sz="1600" b="1" dirty="0">
                <a:solidFill>
                  <a:srgbClr val="C00000"/>
                </a:solidFill>
              </a:rPr>
              <a:t>강 제목이 하나도 </a:t>
            </a:r>
            <a:r>
              <a:rPr lang="ko-KR" altLang="en-US" sz="1600" b="1" dirty="0" err="1">
                <a:solidFill>
                  <a:srgbClr val="C00000"/>
                </a:solidFill>
              </a:rPr>
              <a:t>않</a:t>
            </a:r>
            <a:r>
              <a:rPr lang="ko-KR" altLang="en-US" sz="1600" b="1" dirty="0">
                <a:solidFill>
                  <a:srgbClr val="C00000"/>
                </a:solidFill>
              </a:rPr>
              <a:t> 들어 갔네요 넣어 주시기 바랍니다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 algn="l"/>
            <a:endParaRPr lang="en-US" altLang="ko-KR" sz="1600" b="1" dirty="0">
              <a:solidFill>
                <a:srgbClr val="C00000"/>
              </a:solidFill>
            </a:endParaRPr>
          </a:p>
          <a:p>
            <a:pPr algn="l"/>
            <a:endParaRPr lang="en-US" altLang="ko-KR" sz="1600" b="1" dirty="0">
              <a:solidFill>
                <a:srgbClr val="C00000"/>
              </a:solidFill>
            </a:endParaRPr>
          </a:p>
          <a:p>
            <a:endParaRPr lang="ko-KR" altLang="en-US" sz="16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172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폰트, 텍스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EB7EF7-8A44-EF8F-A083-62147D516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996" y="514625"/>
            <a:ext cx="3576920" cy="867700"/>
          </a:xfrm>
          <a:prstGeom prst="rect">
            <a:avLst/>
          </a:prstGeom>
        </p:spPr>
      </p:pic>
      <p:pic>
        <p:nvPicPr>
          <p:cNvPr id="7" name="그림 6" descr="텍스트, 인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FFCB54-3375-562B-1B81-12D64BF9C1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383" y="2643612"/>
            <a:ext cx="3680566" cy="2489704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70E2A45-71FB-324C-084B-CE599FE6E010}"/>
              </a:ext>
            </a:extLst>
          </p:cNvPr>
          <p:cNvSpPr/>
          <p:nvPr/>
        </p:nvSpPr>
        <p:spPr>
          <a:xfrm>
            <a:off x="328944" y="301786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6976D0A3-9C56-17CF-C72A-E133377159ED}"/>
              </a:ext>
            </a:extLst>
          </p:cNvPr>
          <p:cNvSpPr/>
          <p:nvPr/>
        </p:nvSpPr>
        <p:spPr>
          <a:xfrm rot="5400000">
            <a:off x="2023448" y="1362550"/>
            <a:ext cx="583951" cy="11316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511E528E-04F5-50B7-6C2E-2670B3C7DFE7}"/>
              </a:ext>
            </a:extLst>
          </p:cNvPr>
          <p:cNvSpPr txBox="1">
            <a:spLocks/>
          </p:cNvSpPr>
          <p:nvPr/>
        </p:nvSpPr>
        <p:spPr>
          <a:xfrm>
            <a:off x="921944" y="1759656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“</a:t>
            </a:r>
            <a:r>
              <a:rPr lang="ko-KR" altLang="en-US" sz="1600" b="1" dirty="0"/>
              <a:t>도서출판 및 교재</a:t>
            </a:r>
            <a:r>
              <a:rPr lang="en-US" altLang="ko-KR" sz="1600" b="1" dirty="0"/>
              <a:t>＂</a:t>
            </a:r>
            <a:r>
              <a:rPr lang="ko-KR" altLang="en-US" sz="1600" b="1" dirty="0"/>
              <a:t>로 수정</a:t>
            </a:r>
          </a:p>
        </p:txBody>
      </p:sp>
      <p:sp>
        <p:nvSpPr>
          <p:cNvPr id="12" name="부제목 2">
            <a:extLst>
              <a:ext uri="{FF2B5EF4-FFF2-40B4-BE49-F238E27FC236}">
                <a16:creationId xmlns:a16="http://schemas.microsoft.com/office/drawing/2014/main" id="{484BA404-85AA-75BC-5604-15A307291F12}"/>
              </a:ext>
            </a:extLst>
          </p:cNvPr>
          <p:cNvSpPr txBox="1">
            <a:spLocks/>
          </p:cNvSpPr>
          <p:nvPr/>
        </p:nvSpPr>
        <p:spPr>
          <a:xfrm>
            <a:off x="331959" y="5334265"/>
            <a:ext cx="3787368" cy="975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200"/>
              </a:lnSpc>
            </a:pPr>
            <a:r>
              <a:rPr lang="ko-KR" altLang="en-US" sz="1600" b="1" dirty="0"/>
              <a:t>위 </a:t>
            </a:r>
            <a:r>
              <a:rPr lang="en-US" altLang="ko-KR" sz="1600" b="1" dirty="0"/>
              <a:t>40</a:t>
            </a:r>
            <a:r>
              <a:rPr lang="ko-KR" altLang="en-US" sz="1600" b="1" dirty="0"/>
              <a:t>여권 서적 넣어 </a:t>
            </a:r>
            <a:r>
              <a:rPr lang="ko-KR" altLang="en-US" sz="1600" b="1" dirty="0" err="1"/>
              <a:t>주신거</a:t>
            </a:r>
            <a:r>
              <a:rPr lang="ko-KR" altLang="en-US" sz="1600" b="1" dirty="0"/>
              <a:t> 다 삭제해 주시기 바랍니다</a:t>
            </a:r>
            <a:endParaRPr lang="en-US" altLang="ko-KR" sz="1600" b="1" dirty="0"/>
          </a:p>
          <a:p>
            <a:pPr algn="l">
              <a:lnSpc>
                <a:spcPts val="2200"/>
              </a:lnSpc>
            </a:pPr>
            <a:r>
              <a:rPr lang="ko-KR" altLang="en-US" sz="1600" b="1" dirty="0"/>
              <a:t>제니 킴 서적만 남겨놓으시면 됩니다</a:t>
            </a:r>
            <a:endParaRPr lang="en-US" altLang="ko-KR" sz="1600" b="1" dirty="0"/>
          </a:p>
        </p:txBody>
      </p:sp>
      <p:pic>
        <p:nvPicPr>
          <p:cNvPr id="14" name="그림 13" descr="텍스트, 폰트, 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75A54F3-3678-4C62-B5DC-6C474280E0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704" y="3471533"/>
            <a:ext cx="5888063" cy="647794"/>
          </a:xfrm>
          <a:prstGeom prst="rect">
            <a:avLst/>
          </a:prstGeom>
        </p:spPr>
      </p:pic>
      <p:pic>
        <p:nvPicPr>
          <p:cNvPr id="16" name="그림 15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8FD6ADD-F4AA-2AFA-4B0B-A514DB57D5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301" y="649538"/>
            <a:ext cx="2714625" cy="1647825"/>
          </a:xfrm>
          <a:prstGeom prst="rect">
            <a:avLst/>
          </a:prstGeom>
        </p:spPr>
      </p:pic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D4B8A1DA-32A8-2911-1561-9B4059CE68A2}"/>
              </a:ext>
            </a:extLst>
          </p:cNvPr>
          <p:cNvCxnSpPr>
            <a:cxnSpLocks/>
          </p:cNvCxnSpPr>
          <p:nvPr/>
        </p:nvCxnSpPr>
        <p:spPr>
          <a:xfrm>
            <a:off x="5866646" y="389299"/>
            <a:ext cx="2525916" cy="2027976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7BAB7D4D-ED60-C7CA-B4C0-7969E4F8543A}"/>
              </a:ext>
            </a:extLst>
          </p:cNvPr>
          <p:cNvCxnSpPr>
            <a:cxnSpLocks/>
          </p:cNvCxnSpPr>
          <p:nvPr/>
        </p:nvCxnSpPr>
        <p:spPr>
          <a:xfrm flipV="1">
            <a:off x="5468293" y="597529"/>
            <a:ext cx="3105339" cy="1774479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부제목 2">
            <a:extLst>
              <a:ext uri="{FF2B5EF4-FFF2-40B4-BE49-F238E27FC236}">
                <a16:creationId xmlns:a16="http://schemas.microsoft.com/office/drawing/2014/main" id="{D78E0BE4-957F-08D4-BE42-1A2C3AF8E0E0}"/>
              </a:ext>
            </a:extLst>
          </p:cNvPr>
          <p:cNvSpPr txBox="1">
            <a:spLocks/>
          </p:cNvSpPr>
          <p:nvPr/>
        </p:nvSpPr>
        <p:spPr>
          <a:xfrm>
            <a:off x="7547572" y="1468435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삭제</a:t>
            </a:r>
          </a:p>
        </p:txBody>
      </p:sp>
      <p:sp>
        <p:nvSpPr>
          <p:cNvPr id="24" name="부제목 2">
            <a:extLst>
              <a:ext uri="{FF2B5EF4-FFF2-40B4-BE49-F238E27FC236}">
                <a16:creationId xmlns:a16="http://schemas.microsoft.com/office/drawing/2014/main" id="{04678A7C-3658-0561-FDDC-179EE716D43B}"/>
              </a:ext>
            </a:extLst>
          </p:cNvPr>
          <p:cNvSpPr txBox="1">
            <a:spLocks/>
          </p:cNvSpPr>
          <p:nvPr/>
        </p:nvSpPr>
        <p:spPr>
          <a:xfrm>
            <a:off x="7645650" y="4336874"/>
            <a:ext cx="3797930" cy="6244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경영과 철학 사이에 </a:t>
            </a:r>
            <a:r>
              <a:rPr lang="en-US" altLang="ko-KR" sz="1600" b="1" dirty="0"/>
              <a:t>“</a:t>
            </a:r>
            <a:r>
              <a:rPr lang="ko-KR" altLang="en-US" sz="1600" b="1" dirty="0"/>
              <a:t>한류</a:t>
            </a:r>
            <a:r>
              <a:rPr lang="en-US" altLang="ko-KR" sz="1600" b="1" dirty="0"/>
              <a:t>”</a:t>
            </a:r>
            <a:r>
              <a:rPr lang="ko-KR" altLang="en-US" sz="1600" b="1" dirty="0"/>
              <a:t> 넣어 주세요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BD5C75C5-5519-5F29-02CE-81CC12ADE668}"/>
              </a:ext>
            </a:extLst>
          </p:cNvPr>
          <p:cNvCxnSpPr>
            <a:cxnSpLocks/>
          </p:cNvCxnSpPr>
          <p:nvPr/>
        </p:nvCxnSpPr>
        <p:spPr>
          <a:xfrm>
            <a:off x="8655113" y="3874883"/>
            <a:ext cx="47983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화살표: 아래쪽 27">
            <a:extLst>
              <a:ext uri="{FF2B5EF4-FFF2-40B4-BE49-F238E27FC236}">
                <a16:creationId xmlns:a16="http://schemas.microsoft.com/office/drawing/2014/main" id="{72044445-15DF-6CA1-4E01-9A1EBFFEA934}"/>
              </a:ext>
            </a:extLst>
          </p:cNvPr>
          <p:cNvSpPr/>
          <p:nvPr/>
        </p:nvSpPr>
        <p:spPr>
          <a:xfrm>
            <a:off x="9841118" y="3911097"/>
            <a:ext cx="81480" cy="389299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부제목 2">
            <a:extLst>
              <a:ext uri="{FF2B5EF4-FFF2-40B4-BE49-F238E27FC236}">
                <a16:creationId xmlns:a16="http://schemas.microsoft.com/office/drawing/2014/main" id="{8A88AB88-F87A-D662-76FE-1DBC34D7FF7F}"/>
              </a:ext>
            </a:extLst>
          </p:cNvPr>
          <p:cNvSpPr txBox="1">
            <a:spLocks/>
          </p:cNvSpPr>
          <p:nvPr/>
        </p:nvSpPr>
        <p:spPr>
          <a:xfrm>
            <a:off x="7437422" y="3476796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>
                <a:solidFill>
                  <a:srgbClr val="FF0000"/>
                </a:solidFill>
              </a:rPr>
              <a:t>삭제</a:t>
            </a:r>
          </a:p>
        </p:txBody>
      </p:sp>
    </p:spTree>
    <p:extLst>
      <p:ext uri="{BB962C8B-B14F-4D97-AF65-F5344CB8AC3E}">
        <p14:creationId xmlns:p14="http://schemas.microsoft.com/office/powerpoint/2010/main" val="144101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내용 개체 틀 9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5127D2E-A92E-1DF4-D90B-56037F82C4E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35" y="570662"/>
            <a:ext cx="3989677" cy="85138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EED8E3A-0F50-C72D-22A0-8DA7C0F7DC87}"/>
              </a:ext>
            </a:extLst>
          </p:cNvPr>
          <p:cNvSpPr/>
          <p:nvPr/>
        </p:nvSpPr>
        <p:spPr>
          <a:xfrm>
            <a:off x="328944" y="301786"/>
            <a:ext cx="425513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9</a:t>
            </a:r>
            <a:endParaRPr lang="ko-KR" altLang="en-US" dirty="0"/>
          </a:p>
        </p:txBody>
      </p:sp>
      <p:sp>
        <p:nvSpPr>
          <p:cNvPr id="11" name="화살표: 아래쪽 10">
            <a:extLst>
              <a:ext uri="{FF2B5EF4-FFF2-40B4-BE49-F238E27FC236}">
                <a16:creationId xmlns:a16="http://schemas.microsoft.com/office/drawing/2014/main" id="{0DB515E3-6FFA-535C-282A-7819916C4A56}"/>
              </a:ext>
            </a:extLst>
          </p:cNvPr>
          <p:cNvSpPr/>
          <p:nvPr/>
        </p:nvSpPr>
        <p:spPr>
          <a:xfrm flipH="1">
            <a:off x="2263364" y="1104524"/>
            <a:ext cx="81483" cy="4617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6806F38A-608A-B498-CFA8-E1FE6DFA5E2B}"/>
              </a:ext>
            </a:extLst>
          </p:cNvPr>
          <p:cNvCxnSpPr>
            <a:cxnSpLocks/>
            <a:stCxn id="11" idx="2"/>
          </p:cNvCxnSpPr>
          <p:nvPr/>
        </p:nvCxnSpPr>
        <p:spPr>
          <a:xfrm flipH="1" flipV="1">
            <a:off x="2281473" y="1439501"/>
            <a:ext cx="22632" cy="126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부제목 2">
            <a:extLst>
              <a:ext uri="{FF2B5EF4-FFF2-40B4-BE49-F238E27FC236}">
                <a16:creationId xmlns:a16="http://schemas.microsoft.com/office/drawing/2014/main" id="{56F139F9-002B-6794-54AE-96F46EF17BB6}"/>
              </a:ext>
            </a:extLst>
          </p:cNvPr>
          <p:cNvSpPr txBox="1">
            <a:spLocks/>
          </p:cNvSpPr>
          <p:nvPr/>
        </p:nvSpPr>
        <p:spPr>
          <a:xfrm>
            <a:off x="848008" y="1622343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Warrant </a:t>
            </a:r>
            <a:r>
              <a:rPr lang="ko-KR" altLang="en-US" sz="1600" b="1" dirty="0"/>
              <a:t>영어로 수정</a:t>
            </a:r>
          </a:p>
        </p:txBody>
      </p:sp>
      <p:pic>
        <p:nvPicPr>
          <p:cNvPr id="19" name="그림 18" descr="텍스트, 명함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55DE38-9E32-94B4-EFEA-6BBCEDDB6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863" y="2988823"/>
            <a:ext cx="2947470" cy="1210936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455E6E46-AAB3-7459-3955-D05A29F78F2C}"/>
              </a:ext>
            </a:extLst>
          </p:cNvPr>
          <p:cNvSpPr/>
          <p:nvPr/>
        </p:nvSpPr>
        <p:spPr>
          <a:xfrm>
            <a:off x="318381" y="2681339"/>
            <a:ext cx="514537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003ED177-004B-B79A-A1DE-48A6CCA71FBF}"/>
              </a:ext>
            </a:extLst>
          </p:cNvPr>
          <p:cNvCxnSpPr/>
          <p:nvPr/>
        </p:nvCxnSpPr>
        <p:spPr>
          <a:xfrm>
            <a:off x="2018923" y="3757188"/>
            <a:ext cx="896293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3" name="부제목 2">
            <a:extLst>
              <a:ext uri="{FF2B5EF4-FFF2-40B4-BE49-F238E27FC236}">
                <a16:creationId xmlns:a16="http://schemas.microsoft.com/office/drawing/2014/main" id="{106B0C94-132D-82C8-DF31-E4BE9FD989B6}"/>
              </a:ext>
            </a:extLst>
          </p:cNvPr>
          <p:cNvSpPr txBox="1">
            <a:spLocks/>
          </p:cNvSpPr>
          <p:nvPr/>
        </p:nvSpPr>
        <p:spPr>
          <a:xfrm>
            <a:off x="792178" y="4354981"/>
            <a:ext cx="2802048" cy="33471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/>
              <a:t>영어 삭제</a:t>
            </a:r>
            <a:endParaRPr lang="ko-KR" altLang="en-US" sz="1600" b="1" dirty="0"/>
          </a:p>
        </p:txBody>
      </p: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0703F7D2-19D1-B51D-65EA-5EC2452A4667}"/>
              </a:ext>
            </a:extLst>
          </p:cNvPr>
          <p:cNvSpPr/>
          <p:nvPr/>
        </p:nvSpPr>
        <p:spPr>
          <a:xfrm flipH="1">
            <a:off x="2234694" y="3882429"/>
            <a:ext cx="81483" cy="461726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26" name="그림 25" descr="텍스트, 스크린샷, 전자제품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2149CA-4FB7-A5B9-4694-FA87B89BBC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290" b="17098"/>
          <a:stretch>
            <a:fillRect/>
          </a:stretch>
        </p:blipFill>
        <p:spPr>
          <a:xfrm>
            <a:off x="5281332" y="645458"/>
            <a:ext cx="2595282" cy="2581835"/>
          </a:xfrm>
          <a:prstGeom prst="rect">
            <a:avLst/>
          </a:prstGeom>
        </p:spPr>
      </p:pic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06358468-824E-C3CF-D66E-E0FD02FD6845}"/>
              </a:ext>
            </a:extLst>
          </p:cNvPr>
          <p:cNvSpPr/>
          <p:nvPr/>
        </p:nvSpPr>
        <p:spPr>
          <a:xfrm>
            <a:off x="7523429" y="1919336"/>
            <a:ext cx="978408" cy="16296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른쪽 27">
            <a:extLst>
              <a:ext uri="{FF2B5EF4-FFF2-40B4-BE49-F238E27FC236}">
                <a16:creationId xmlns:a16="http://schemas.microsoft.com/office/drawing/2014/main" id="{CA33DDC7-D5BC-CEC9-E6AF-322A8654980C}"/>
              </a:ext>
            </a:extLst>
          </p:cNvPr>
          <p:cNvSpPr/>
          <p:nvPr/>
        </p:nvSpPr>
        <p:spPr>
          <a:xfrm>
            <a:off x="7558134" y="2461034"/>
            <a:ext cx="978408" cy="16296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부제목 2">
            <a:extLst>
              <a:ext uri="{FF2B5EF4-FFF2-40B4-BE49-F238E27FC236}">
                <a16:creationId xmlns:a16="http://schemas.microsoft.com/office/drawing/2014/main" id="{1363152C-29DF-0A10-15DE-FBDB2CF4AC79}"/>
              </a:ext>
            </a:extLst>
          </p:cNvPr>
          <p:cNvSpPr txBox="1">
            <a:spLocks/>
          </p:cNvSpPr>
          <p:nvPr/>
        </p:nvSpPr>
        <p:spPr>
          <a:xfrm>
            <a:off x="8134539" y="2372272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K-</a:t>
            </a:r>
            <a:r>
              <a:rPr lang="ko-KR" altLang="en-US" sz="1600" b="1" dirty="0"/>
              <a:t>헤리티지 로 수정</a:t>
            </a:r>
          </a:p>
        </p:txBody>
      </p:sp>
      <p:sp>
        <p:nvSpPr>
          <p:cNvPr id="30" name="부제목 2">
            <a:extLst>
              <a:ext uri="{FF2B5EF4-FFF2-40B4-BE49-F238E27FC236}">
                <a16:creationId xmlns:a16="http://schemas.microsoft.com/office/drawing/2014/main" id="{880AE9A6-2140-026C-B397-98954B6A6CB6}"/>
              </a:ext>
            </a:extLst>
          </p:cNvPr>
          <p:cNvSpPr txBox="1">
            <a:spLocks/>
          </p:cNvSpPr>
          <p:nvPr/>
        </p:nvSpPr>
        <p:spPr>
          <a:xfrm>
            <a:off x="8178297" y="1881875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 err="1"/>
              <a:t>경영한류컨설팅</a:t>
            </a:r>
            <a:r>
              <a:rPr lang="ko-KR" altLang="en-US" sz="1600" b="1" dirty="0"/>
              <a:t> 로 수정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0E5C3B7-52FD-3700-4170-A6E7704B0BBC}"/>
              </a:ext>
            </a:extLst>
          </p:cNvPr>
          <p:cNvSpPr/>
          <p:nvPr/>
        </p:nvSpPr>
        <p:spPr>
          <a:xfrm>
            <a:off x="5006567" y="425517"/>
            <a:ext cx="514537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11</a:t>
            </a:r>
            <a:endParaRPr lang="ko-KR" altLang="en-US" dirty="0"/>
          </a:p>
        </p:txBody>
      </p:sp>
      <p:pic>
        <p:nvPicPr>
          <p:cNvPr id="35" name="그림 3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B797867-074B-D916-9628-19E3EDB93E5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3241" y="3501662"/>
            <a:ext cx="3858332" cy="1695775"/>
          </a:xfrm>
          <a:prstGeom prst="rect">
            <a:avLst/>
          </a:prstGeom>
        </p:spPr>
      </p:pic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DB9E2A29-B2BA-294B-7A8F-667B3228F252}"/>
              </a:ext>
            </a:extLst>
          </p:cNvPr>
          <p:cNvSpPr/>
          <p:nvPr/>
        </p:nvSpPr>
        <p:spPr>
          <a:xfrm>
            <a:off x="8327678" y="3793402"/>
            <a:ext cx="1160354" cy="14334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부제목 2">
            <a:extLst>
              <a:ext uri="{FF2B5EF4-FFF2-40B4-BE49-F238E27FC236}">
                <a16:creationId xmlns:a16="http://schemas.microsoft.com/office/drawing/2014/main" id="{59E3DD61-F646-2995-B373-012A77F35342}"/>
              </a:ext>
            </a:extLst>
          </p:cNvPr>
          <p:cNvSpPr txBox="1">
            <a:spLocks/>
          </p:cNvSpPr>
          <p:nvPr/>
        </p:nvSpPr>
        <p:spPr>
          <a:xfrm>
            <a:off x="9248114" y="3772540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 err="1"/>
              <a:t>경영한류컨설팅</a:t>
            </a:r>
            <a:r>
              <a:rPr lang="ko-KR" altLang="en-US" sz="1600" b="1" dirty="0"/>
              <a:t> 로 수정</a:t>
            </a:r>
          </a:p>
        </p:txBody>
      </p:sp>
    </p:spTree>
    <p:extLst>
      <p:ext uri="{BB962C8B-B14F-4D97-AF65-F5344CB8AC3E}">
        <p14:creationId xmlns:p14="http://schemas.microsoft.com/office/powerpoint/2010/main" val="373812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342DFC4-FEF0-4791-EE07-4ACA61495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72" y="551648"/>
            <a:ext cx="2647950" cy="847725"/>
          </a:xfrm>
          <a:prstGeom prst="rect">
            <a:avLst/>
          </a:prstGeom>
        </p:spPr>
      </p:pic>
      <p:sp>
        <p:nvSpPr>
          <p:cNvPr id="5" name="부제목 2">
            <a:extLst>
              <a:ext uri="{FF2B5EF4-FFF2-40B4-BE49-F238E27FC236}">
                <a16:creationId xmlns:a16="http://schemas.microsoft.com/office/drawing/2014/main" id="{B763916B-5F9F-6CAD-9943-B6B188943185}"/>
              </a:ext>
            </a:extLst>
          </p:cNvPr>
          <p:cNvSpPr txBox="1">
            <a:spLocks/>
          </p:cNvSpPr>
          <p:nvPr/>
        </p:nvSpPr>
        <p:spPr>
          <a:xfrm>
            <a:off x="574895" y="1865277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600" b="1" dirty="0"/>
              <a:t>K-</a:t>
            </a:r>
            <a:r>
              <a:rPr lang="ko-KR" altLang="en-US" sz="1600" b="1" dirty="0"/>
              <a:t>헤리티지 로 수정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21F404E-4264-49C9-1311-20C6796E6B7E}"/>
              </a:ext>
            </a:extLst>
          </p:cNvPr>
          <p:cNvSpPr/>
          <p:nvPr/>
        </p:nvSpPr>
        <p:spPr>
          <a:xfrm>
            <a:off x="344032" y="298768"/>
            <a:ext cx="514537" cy="4436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12</a:t>
            </a:r>
            <a:endParaRPr lang="ko-KR" altLang="en-US" dirty="0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34387A01-F60B-E617-879A-5B05504132B4}"/>
              </a:ext>
            </a:extLst>
          </p:cNvPr>
          <p:cNvSpPr/>
          <p:nvPr/>
        </p:nvSpPr>
        <p:spPr>
          <a:xfrm rot="5400000">
            <a:off x="1720158" y="1421397"/>
            <a:ext cx="674483" cy="17654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텍스트, 폰트, 스크린샷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1E4468-184D-435F-34C2-21C20B9F4A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769" y="2467015"/>
            <a:ext cx="3726237" cy="973301"/>
          </a:xfrm>
          <a:prstGeom prst="rect">
            <a:avLst/>
          </a:prstGeom>
        </p:spPr>
      </p:pic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00D45D0-0077-D2E7-9B30-04155F2DB582}"/>
              </a:ext>
            </a:extLst>
          </p:cNvPr>
          <p:cNvCxnSpPr/>
          <p:nvPr/>
        </p:nvCxnSpPr>
        <p:spPr>
          <a:xfrm>
            <a:off x="1077362" y="2924270"/>
            <a:ext cx="69711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2" name="부제목 2">
            <a:extLst>
              <a:ext uri="{FF2B5EF4-FFF2-40B4-BE49-F238E27FC236}">
                <a16:creationId xmlns:a16="http://schemas.microsoft.com/office/drawing/2014/main" id="{D2DED907-0D10-5FFE-5085-9FCD981C63A0}"/>
              </a:ext>
            </a:extLst>
          </p:cNvPr>
          <p:cNvSpPr txBox="1">
            <a:spLocks/>
          </p:cNvSpPr>
          <p:nvPr/>
        </p:nvSpPr>
        <p:spPr>
          <a:xfrm>
            <a:off x="455691" y="3583926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왕릉 삭제</a:t>
            </a:r>
          </a:p>
        </p:txBody>
      </p:sp>
      <p:pic>
        <p:nvPicPr>
          <p:cNvPr id="14" name="그림 13" descr="텍스트, 폰트, 스크린샷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DD27ACF-D84D-DFFC-8E16-045308253E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536" y="4462887"/>
            <a:ext cx="4012534" cy="851497"/>
          </a:xfrm>
          <a:prstGeom prst="rect">
            <a:avLst/>
          </a:prstGeom>
        </p:spPr>
      </p:pic>
      <p:sp>
        <p:nvSpPr>
          <p:cNvPr id="15" name="부제목 2">
            <a:extLst>
              <a:ext uri="{FF2B5EF4-FFF2-40B4-BE49-F238E27FC236}">
                <a16:creationId xmlns:a16="http://schemas.microsoft.com/office/drawing/2014/main" id="{33C23B7E-2866-4BC3-042B-431321DEFABC}"/>
              </a:ext>
            </a:extLst>
          </p:cNvPr>
          <p:cNvSpPr txBox="1">
            <a:spLocks/>
          </p:cNvSpPr>
          <p:nvPr/>
        </p:nvSpPr>
        <p:spPr>
          <a:xfrm>
            <a:off x="282165" y="5655660"/>
            <a:ext cx="5158967" cy="105295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600" b="1" dirty="0"/>
              <a:t>다 삭제 해 주시고 유네스코 </a:t>
            </a:r>
            <a:r>
              <a:rPr lang="en-US" altLang="ko-KR" sz="1600" b="1" dirty="0"/>
              <a:t>‘</a:t>
            </a:r>
            <a:r>
              <a:rPr lang="ko-KR" altLang="en-US" sz="1600" b="1" dirty="0"/>
              <a:t>세계인류무형유산</a:t>
            </a:r>
            <a:r>
              <a:rPr lang="en-US" altLang="ko-KR" sz="1600" b="1" dirty="0"/>
              <a:t>”</a:t>
            </a:r>
            <a:r>
              <a:rPr lang="ko-KR" altLang="en-US" sz="1600" b="1" dirty="0"/>
              <a:t> 으로 넣어주세요</a:t>
            </a:r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958A200-0FD5-0761-008E-BCA2F56059F7}"/>
              </a:ext>
            </a:extLst>
          </p:cNvPr>
          <p:cNvCxnSpPr>
            <a:cxnSpLocks/>
          </p:cNvCxnSpPr>
          <p:nvPr/>
        </p:nvCxnSpPr>
        <p:spPr>
          <a:xfrm>
            <a:off x="1356510" y="4914523"/>
            <a:ext cx="1703561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23E37BCE-8904-8BEE-E264-28AEAA56DC39}"/>
              </a:ext>
            </a:extLst>
          </p:cNvPr>
          <p:cNvCxnSpPr>
            <a:cxnSpLocks/>
          </p:cNvCxnSpPr>
          <p:nvPr/>
        </p:nvCxnSpPr>
        <p:spPr>
          <a:xfrm>
            <a:off x="387790" y="5168020"/>
            <a:ext cx="3803964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1114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하늘, 건물, 스크린샷, 야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AA462F-9361-87D8-AB7B-8428C935EE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230" y="1085378"/>
            <a:ext cx="2456648" cy="1897462"/>
          </a:xfrm>
          <a:prstGeom prst="rect">
            <a:avLst/>
          </a:prstGeom>
        </p:spPr>
      </p:pic>
      <p:pic>
        <p:nvPicPr>
          <p:cNvPr id="10" name="그림 9" descr="야외, 구름, 하늘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3D4C38A-4A5C-D11A-B369-75C504B13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9192" y="1087796"/>
            <a:ext cx="3420864" cy="1790609"/>
          </a:xfrm>
          <a:prstGeom prst="rect">
            <a:avLst/>
          </a:prstGeom>
        </p:spPr>
      </p:pic>
      <p:pic>
        <p:nvPicPr>
          <p:cNvPr id="12" name="그림 11" descr="의류, 나무, 야외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886D7E8-B6AE-1AEB-3F8C-C40E073784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5059" y="4171924"/>
            <a:ext cx="3507581" cy="2342044"/>
          </a:xfrm>
          <a:prstGeom prst="rect">
            <a:avLst/>
          </a:prstGeom>
        </p:spPr>
      </p:pic>
      <p:pic>
        <p:nvPicPr>
          <p:cNvPr id="14" name="그림 13" descr="사람, 인간의 얼굴, 의류, 미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1AC9851-1EBB-04A9-DC36-A2443CFFF1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1983" y="4200130"/>
            <a:ext cx="3305135" cy="2200669"/>
          </a:xfrm>
          <a:prstGeom prst="rect">
            <a:avLst/>
          </a:prstGeom>
        </p:spPr>
      </p:pic>
      <p:sp>
        <p:nvSpPr>
          <p:cNvPr id="18" name="부제목 2">
            <a:extLst>
              <a:ext uri="{FF2B5EF4-FFF2-40B4-BE49-F238E27FC236}">
                <a16:creationId xmlns:a16="http://schemas.microsoft.com/office/drawing/2014/main" id="{6A910506-3D88-6AD1-AB2E-9E60FDD51220}"/>
              </a:ext>
            </a:extLst>
          </p:cNvPr>
          <p:cNvSpPr txBox="1">
            <a:spLocks/>
          </p:cNvSpPr>
          <p:nvPr/>
        </p:nvSpPr>
        <p:spPr>
          <a:xfrm>
            <a:off x="7591330" y="1973919"/>
            <a:ext cx="2943886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종묘대제 사진 첫 페이지 사진 바꿔 주세요 </a:t>
            </a: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9729F3CD-EF1D-8DFC-C756-5FE398406C81}"/>
              </a:ext>
            </a:extLst>
          </p:cNvPr>
          <p:cNvSpPr/>
          <p:nvPr/>
        </p:nvSpPr>
        <p:spPr>
          <a:xfrm>
            <a:off x="2897109" y="18016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부제목 2">
            <a:extLst>
              <a:ext uri="{FF2B5EF4-FFF2-40B4-BE49-F238E27FC236}">
                <a16:creationId xmlns:a16="http://schemas.microsoft.com/office/drawing/2014/main" id="{0442409B-F2C0-705B-4BAB-67B3ECB3916A}"/>
              </a:ext>
            </a:extLst>
          </p:cNvPr>
          <p:cNvSpPr txBox="1">
            <a:spLocks/>
          </p:cNvSpPr>
          <p:nvPr/>
        </p:nvSpPr>
        <p:spPr>
          <a:xfrm>
            <a:off x="301780" y="4643182"/>
            <a:ext cx="3156643" cy="40412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600" b="1" dirty="0"/>
              <a:t>종묘대제 클릭하고 들어 </a:t>
            </a:r>
            <a:r>
              <a:rPr lang="ko-KR" altLang="en-US" sz="1600" b="1" dirty="0" err="1"/>
              <a:t>갔을때</a:t>
            </a:r>
            <a:r>
              <a:rPr lang="ko-KR" altLang="en-US" sz="1600" b="1" dirty="0"/>
              <a:t> </a:t>
            </a:r>
            <a:r>
              <a:rPr lang="en-US" altLang="ko-KR" sz="1600" b="1" dirty="0"/>
              <a:t>2</a:t>
            </a:r>
            <a:r>
              <a:rPr lang="ko-KR" altLang="en-US" sz="1600" b="1" dirty="0"/>
              <a:t>개 사진 넣어주세요</a:t>
            </a:r>
          </a:p>
        </p:txBody>
      </p:sp>
    </p:spTree>
    <p:extLst>
      <p:ext uri="{BB962C8B-B14F-4D97-AF65-F5344CB8AC3E}">
        <p14:creationId xmlns:p14="http://schemas.microsoft.com/office/powerpoint/2010/main" val="4073982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야외, 나무, 하늘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1F9DF3-5A01-4EBD-8CA1-7E3208A83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16" y="648707"/>
            <a:ext cx="2446738" cy="1886564"/>
          </a:xfrm>
          <a:prstGeom prst="rect">
            <a:avLst/>
          </a:prstGeom>
        </p:spPr>
      </p:pic>
      <p:pic>
        <p:nvPicPr>
          <p:cNvPr id="5" name="그림 4" descr="하늘, 건물, 구름, 마천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899EAA-9743-00EB-2335-0C08D56905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05" y="4232784"/>
            <a:ext cx="2405724" cy="1940311"/>
          </a:xfrm>
          <a:prstGeom prst="rect">
            <a:avLst/>
          </a:prstGeom>
        </p:spPr>
      </p:pic>
      <p:pic>
        <p:nvPicPr>
          <p:cNvPr id="6" name="그림 5" descr="하늘, 야외, 구름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456480-DCEF-93E2-01B8-112ABBDD74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7918" y="407607"/>
            <a:ext cx="3640570" cy="2428260"/>
          </a:xfrm>
          <a:prstGeom prst="rect">
            <a:avLst/>
          </a:prstGeom>
        </p:spPr>
      </p:pic>
      <p:pic>
        <p:nvPicPr>
          <p:cNvPr id="7" name="그림 6" descr="야외, 중국 건축, 일본 건축, 예배 장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9490426-585A-DA51-BA18-12D2016C80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6" t="2500" r="3325" b="2354"/>
          <a:stretch>
            <a:fillRect/>
          </a:stretch>
        </p:blipFill>
        <p:spPr>
          <a:xfrm>
            <a:off x="5278170" y="3621386"/>
            <a:ext cx="2978590" cy="2935574"/>
          </a:xfrm>
          <a:prstGeom prst="rect">
            <a:avLst/>
          </a:prstGeom>
        </p:spPr>
      </p:pic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E4672D09-C394-FB76-AE30-D4D5F0C2154E}"/>
              </a:ext>
            </a:extLst>
          </p:cNvPr>
          <p:cNvSpPr/>
          <p:nvPr/>
        </p:nvSpPr>
        <p:spPr>
          <a:xfrm>
            <a:off x="3630440" y="475307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화살표: 오른쪽 8">
            <a:extLst>
              <a:ext uri="{FF2B5EF4-FFF2-40B4-BE49-F238E27FC236}">
                <a16:creationId xmlns:a16="http://schemas.microsoft.com/office/drawing/2014/main" id="{DC25B8D7-F169-C9B9-E5BC-2C384548C476}"/>
              </a:ext>
            </a:extLst>
          </p:cNvPr>
          <p:cNvSpPr/>
          <p:nvPr/>
        </p:nvSpPr>
        <p:spPr>
          <a:xfrm>
            <a:off x="3701359" y="1456099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부제목 2">
            <a:extLst>
              <a:ext uri="{FF2B5EF4-FFF2-40B4-BE49-F238E27FC236}">
                <a16:creationId xmlns:a16="http://schemas.microsoft.com/office/drawing/2014/main" id="{0E60118C-EE94-B324-ED15-5B7730439F59}"/>
              </a:ext>
            </a:extLst>
          </p:cNvPr>
          <p:cNvSpPr txBox="1">
            <a:spLocks/>
          </p:cNvSpPr>
          <p:nvPr/>
        </p:nvSpPr>
        <p:spPr>
          <a:xfrm>
            <a:off x="8713957" y="1331121"/>
            <a:ext cx="3351294" cy="1086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00"/>
              </a:lnSpc>
            </a:pPr>
            <a:r>
              <a:rPr lang="ko-KR" altLang="en-US" sz="1600" b="1" dirty="0"/>
              <a:t>사직대제 사진 첫 페이지 사진 바꿔 주시고 안으로 클릭하고 </a:t>
            </a:r>
            <a:r>
              <a:rPr lang="ko-KR" altLang="en-US" sz="1600" b="1" dirty="0" err="1"/>
              <a:t>들어갔을때도</a:t>
            </a:r>
            <a:r>
              <a:rPr lang="ko-KR" altLang="en-US" sz="1600" b="1" dirty="0"/>
              <a:t> 이 사진으로 바꿔 주세요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0C713944-2B6F-4AA2-50EB-3C6CB12A934F}"/>
              </a:ext>
            </a:extLst>
          </p:cNvPr>
          <p:cNvSpPr txBox="1">
            <a:spLocks/>
          </p:cNvSpPr>
          <p:nvPr/>
        </p:nvSpPr>
        <p:spPr>
          <a:xfrm>
            <a:off x="8431791" y="4570752"/>
            <a:ext cx="3600264" cy="10861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2300"/>
              </a:lnSpc>
            </a:pPr>
            <a:r>
              <a:rPr lang="ko-KR" altLang="en-US" sz="1600" b="1" dirty="0"/>
              <a:t>환구대제 사진 첫 페이지 사진 바꿔 주시고 안으로 클릭하고 </a:t>
            </a:r>
            <a:r>
              <a:rPr lang="ko-KR" altLang="en-US" sz="1600" b="1" dirty="0" err="1"/>
              <a:t>들어갔을때도</a:t>
            </a:r>
            <a:r>
              <a:rPr lang="ko-KR" altLang="en-US" sz="1600" b="1" dirty="0"/>
              <a:t> 이 사진으로 바꿔 주세요</a:t>
            </a:r>
          </a:p>
        </p:txBody>
      </p:sp>
    </p:spTree>
    <p:extLst>
      <p:ext uri="{BB962C8B-B14F-4D97-AF65-F5344CB8AC3E}">
        <p14:creationId xmlns:p14="http://schemas.microsoft.com/office/powerpoint/2010/main" val="403086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269</Words>
  <Application>Microsoft Office PowerPoint</Application>
  <PresentationFormat>와이드스크린</PresentationFormat>
  <Paragraphs>65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bqbq34@naver.com</dc:creator>
  <cp:lastModifiedBy>bqbq34@naver.com</cp:lastModifiedBy>
  <cp:revision>7</cp:revision>
  <dcterms:created xsi:type="dcterms:W3CDTF">2026-02-24T09:27:27Z</dcterms:created>
  <dcterms:modified xsi:type="dcterms:W3CDTF">2026-02-24T11:36:16Z</dcterms:modified>
</cp:coreProperties>
</file>