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1D49A4-D79A-A9B6-F7AB-3664ABE82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A11B44B-8CF8-5932-B726-DAD092B39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354861-7897-2397-FE44-C7DC2DFF5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9F59F-723B-4A0C-9751-66FF81A0CC5D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08C7A4-E4EF-75ED-BEB8-CD06CBB43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7018D5-F03E-B613-B990-546A1F73C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FD23-AF5A-4BC2-AE17-DADE4D245F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46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487E4-B274-36A2-AE34-A87BBAD0E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2A624F-CEB6-FC40-1BE0-081A922F9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CEB254-2AD3-6F7E-5F25-D2B967B20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9F59F-723B-4A0C-9751-66FF81A0CC5D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AC9FBA-76D4-CF34-FD93-A5D9B4FC1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7950BF-111F-7397-01EF-58E7DFB5F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FD23-AF5A-4BC2-AE17-DADE4D245F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47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F7919F-BAD1-FEAF-8C94-3BDDF311E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31C3D6-8A6C-2BED-E232-1FC55DE19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173A35-2828-0E88-4739-A45A47C8E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9F59F-723B-4A0C-9751-66FF81A0CC5D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277AA1-EE7A-2384-3192-BAA48056D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EF5CA7-1A6B-4A2E-2455-6BDB70C88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FD23-AF5A-4BC2-AE17-DADE4D245F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5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0C3F97-7318-A897-514B-997764B70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905723-3C14-9984-2682-A28BF4182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852EC45-5908-021A-E8F7-9E58353FA5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C42A2A-911B-7A9E-F46C-78B77E81B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9F59F-723B-4A0C-9751-66FF81A0CC5D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9EA2D7-B7B5-B37D-27F4-4BA4371EB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8DBE3F-2D77-DEB2-D112-4FB399074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FD23-AF5A-4BC2-AE17-DADE4D245F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8176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4C2B4B-F433-20F7-A070-6C24225CE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68E004-9057-1B4F-CB1A-AF5CDEDA5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F302A6-87FB-277C-B99A-70515B6155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83C8C09-B504-3E0D-AE4D-1681CDB9ED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61F0B00-6725-C994-77B4-7D8D461F4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44BA008-333D-58FE-52E6-40000FB8E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9F59F-723B-4A0C-9751-66FF81A0CC5D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671821-8817-91E6-1D7D-3023082CD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84A7170-4909-6BF0-1B52-7AAD0D9E2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FD23-AF5A-4BC2-AE17-DADE4D245F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325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3D03A6-B2A7-C59C-2420-4DD3A042C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C9946A-040A-6FAC-A185-20F8DD313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9F59F-723B-4A0C-9751-66FF81A0CC5D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5CFE49-49AA-2288-E08F-93D4C6762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1B9EB6-E995-5479-C77A-B7132131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FD23-AF5A-4BC2-AE17-DADE4D245F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8793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BE63790-A3C8-27A3-E623-ACE2D5864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9F59F-723B-4A0C-9751-66FF81A0CC5D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EB8081D-C087-DAF4-FB1E-FFF01E292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614EB1-D3F7-3B57-652F-C8ED04198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FD23-AF5A-4BC2-AE17-DADE4D245F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2276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6D487A-5300-1770-CC4D-EFADCBD4E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8E2455-049C-C429-1CB5-6F6813B05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EC3952F-9C19-1BC8-16DF-9AB8D7086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0C6985-C70F-EF98-F53F-361D1D5B6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9F59F-723B-4A0C-9751-66FF81A0CC5D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6BD068-8AF6-CDFA-C156-B0D346D2B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E7BBEF-3C75-BC2C-6843-8EACB7B25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FD23-AF5A-4BC2-AE17-DADE4D245F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7378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317BDD-B295-0886-19AE-6CE5C5428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DD399D4-BF48-59F2-9769-CA1B7E685A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086B62-A33C-24F0-4A45-E9A663C87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47E266-3FB5-EE81-6DBF-3125DBD06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9F59F-723B-4A0C-9751-66FF81A0CC5D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127432-7C77-C03D-DD73-497A89E43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89BB8C-BAE7-CC3A-4D48-BA4B18898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FD23-AF5A-4BC2-AE17-DADE4D245F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438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72B88-7A2B-1989-5F97-BD9E0A925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2DD2E2-4498-E7DE-3510-DBA18BE29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F2320A-86EE-8989-5EAF-F63527B18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9F59F-723B-4A0C-9751-66FF81A0CC5D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31273D-972A-10E7-37B1-339682803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0DA68D-B80F-2F9A-FDE0-E382F87DE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FD23-AF5A-4BC2-AE17-DADE4D245F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6923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ED3B5C6-BFE8-C93D-C556-549F061A1A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C980401-AAC6-E726-3D70-7FFABEA82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FE3EB0-CC03-8A39-62CE-EFBF65B77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9F59F-723B-4A0C-9751-66FF81A0CC5D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117291-F637-A473-7FC4-A9A6BA0A0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31AD6D-EE61-FDF2-C0FB-9C2EC842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FD23-AF5A-4BC2-AE17-DADE4D245F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8184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EA4012-1CC3-570A-0E46-EF6A4BBE3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92400A-122B-4418-B530-6A501A917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4436AE-1DCA-1AF5-2E99-3CA74A0016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59F59F-723B-4A0C-9751-66FF81A0CC5D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E0D401-EEDB-C8B7-3C10-97C27983C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5BA23E-A917-A4EB-690C-01F882298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73FD23-AF5A-4BC2-AE17-DADE4D245F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786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7" Type="http://schemas.openxmlformats.org/officeDocument/2006/relationships/image" Target="../media/image6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gif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gif"/><Relationship Id="rId4" Type="http://schemas.openxmlformats.org/officeDocument/2006/relationships/image" Target="../media/image14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gif"/><Relationship Id="rId5" Type="http://schemas.openxmlformats.org/officeDocument/2006/relationships/image" Target="../media/image19.gif"/><Relationship Id="rId4" Type="http://schemas.openxmlformats.org/officeDocument/2006/relationships/image" Target="../media/image18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7" Type="http://schemas.openxmlformats.org/officeDocument/2006/relationships/image" Target="../media/image28.gif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gif"/><Relationship Id="rId5" Type="http://schemas.openxmlformats.org/officeDocument/2006/relationships/image" Target="../media/image26.gif"/><Relationship Id="rId4" Type="http://schemas.openxmlformats.org/officeDocument/2006/relationships/image" Target="../media/image2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폰트, 스크린샷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9F5F52-B86F-E21A-BEEC-7501810497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60" y="912800"/>
            <a:ext cx="3215300" cy="855871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4350272-11E7-AFA9-E93F-5059F159ECAA}"/>
              </a:ext>
            </a:extLst>
          </p:cNvPr>
          <p:cNvCxnSpPr/>
          <p:nvPr/>
        </p:nvCxnSpPr>
        <p:spPr>
          <a:xfrm>
            <a:off x="1115222" y="1496126"/>
            <a:ext cx="162962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59EC8A09-3E69-C65F-830F-129C14C8E17F}"/>
              </a:ext>
            </a:extLst>
          </p:cNvPr>
          <p:cNvSpPr txBox="1">
            <a:spLocks/>
          </p:cNvSpPr>
          <p:nvPr/>
        </p:nvSpPr>
        <p:spPr>
          <a:xfrm>
            <a:off x="719542" y="1774178"/>
            <a:ext cx="2057074" cy="526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         </a:t>
            </a:r>
            <a:r>
              <a:rPr lang="ko-KR" altLang="en-US" sz="1800" b="1" dirty="0"/>
              <a:t>삭제</a:t>
            </a:r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FA038DA2-B9B1-DB68-FB7C-E11940F1D9D9}"/>
              </a:ext>
            </a:extLst>
          </p:cNvPr>
          <p:cNvSpPr/>
          <p:nvPr/>
        </p:nvSpPr>
        <p:spPr>
          <a:xfrm>
            <a:off x="1742873" y="1499089"/>
            <a:ext cx="135803" cy="32592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5C3C19AF-FC29-0394-C979-FC7C30B4E50C}"/>
              </a:ext>
            </a:extLst>
          </p:cNvPr>
          <p:cNvSpPr txBox="1">
            <a:spLocks/>
          </p:cNvSpPr>
          <p:nvPr/>
        </p:nvSpPr>
        <p:spPr>
          <a:xfrm>
            <a:off x="775646" y="3904184"/>
            <a:ext cx="2057074" cy="526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         </a:t>
            </a:r>
            <a:r>
              <a:rPr lang="ko-KR" altLang="en-US" sz="1800" b="1" dirty="0"/>
              <a:t>삭제</a:t>
            </a:r>
          </a:p>
        </p:txBody>
      </p:sp>
      <p:pic>
        <p:nvPicPr>
          <p:cNvPr id="18" name="그림 1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DEBED9-3E65-AD20-685B-32BDA94DAC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08" y="2628617"/>
            <a:ext cx="3615995" cy="1182892"/>
          </a:xfrm>
          <a:prstGeom prst="rect">
            <a:avLst/>
          </a:prstGeom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8838CCF-5549-F04C-2DC6-88E279024A2C}"/>
              </a:ext>
            </a:extLst>
          </p:cNvPr>
          <p:cNvCxnSpPr>
            <a:cxnSpLocks/>
          </p:cNvCxnSpPr>
          <p:nvPr/>
        </p:nvCxnSpPr>
        <p:spPr>
          <a:xfrm>
            <a:off x="543345" y="3377738"/>
            <a:ext cx="314141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6627FF5-8E73-A2B4-2F8D-195B593F9488}"/>
              </a:ext>
            </a:extLst>
          </p:cNvPr>
          <p:cNvCxnSpPr>
            <a:cxnSpLocks/>
          </p:cNvCxnSpPr>
          <p:nvPr/>
        </p:nvCxnSpPr>
        <p:spPr>
          <a:xfrm>
            <a:off x="805895" y="2834530"/>
            <a:ext cx="57023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7EDE290-AA51-235C-635D-C1F05AE46CF8}"/>
              </a:ext>
            </a:extLst>
          </p:cNvPr>
          <p:cNvCxnSpPr>
            <a:cxnSpLocks/>
          </p:cNvCxnSpPr>
          <p:nvPr/>
        </p:nvCxnSpPr>
        <p:spPr>
          <a:xfrm>
            <a:off x="516184" y="3486380"/>
            <a:ext cx="193730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EBF8BF97-B3D5-5481-3D28-A57F71DF08EC}"/>
              </a:ext>
            </a:extLst>
          </p:cNvPr>
          <p:cNvSpPr/>
          <p:nvPr/>
        </p:nvSpPr>
        <p:spPr>
          <a:xfrm>
            <a:off x="1870582" y="3629589"/>
            <a:ext cx="135803" cy="32592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4D4739DD-1BDE-75DE-5841-AA3DAF69E92A}"/>
              </a:ext>
            </a:extLst>
          </p:cNvPr>
          <p:cNvSpPr txBox="1">
            <a:spLocks/>
          </p:cNvSpPr>
          <p:nvPr/>
        </p:nvSpPr>
        <p:spPr>
          <a:xfrm>
            <a:off x="941561" y="2644243"/>
            <a:ext cx="1548142" cy="415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     </a:t>
            </a:r>
            <a:r>
              <a:rPr lang="ko-KR" altLang="en-US" sz="1800" b="1" dirty="0">
                <a:solidFill>
                  <a:srgbClr val="FF0000"/>
                </a:solidFill>
              </a:rPr>
              <a:t>삭제</a:t>
            </a:r>
          </a:p>
        </p:txBody>
      </p:sp>
      <p:pic>
        <p:nvPicPr>
          <p:cNvPr id="28" name="그림 27" descr="텍스트, 스크린샷, 블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7752B1-7627-80A8-17D9-B82DA53887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07" y="4630188"/>
            <a:ext cx="6423859" cy="1581150"/>
          </a:xfrm>
          <a:prstGeom prst="rect">
            <a:avLst/>
          </a:prstGeom>
        </p:spPr>
      </p:pic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74D6AF4-FC43-0BE6-3153-5230483B3182}"/>
              </a:ext>
            </a:extLst>
          </p:cNvPr>
          <p:cNvCxnSpPr>
            <a:cxnSpLocks/>
          </p:cNvCxnSpPr>
          <p:nvPr/>
        </p:nvCxnSpPr>
        <p:spPr>
          <a:xfrm>
            <a:off x="641424" y="5684863"/>
            <a:ext cx="155856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7ED3595B-65EA-0325-A6CB-590124BDCF02}"/>
              </a:ext>
            </a:extLst>
          </p:cNvPr>
          <p:cNvCxnSpPr>
            <a:cxnSpLocks/>
          </p:cNvCxnSpPr>
          <p:nvPr/>
        </p:nvCxnSpPr>
        <p:spPr>
          <a:xfrm>
            <a:off x="2595464" y="5692407"/>
            <a:ext cx="180452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501CD91-47BC-4E81-3B77-FB3202B99BEF}"/>
              </a:ext>
            </a:extLst>
          </p:cNvPr>
          <p:cNvCxnSpPr>
            <a:cxnSpLocks/>
          </p:cNvCxnSpPr>
          <p:nvPr/>
        </p:nvCxnSpPr>
        <p:spPr>
          <a:xfrm>
            <a:off x="4866374" y="5699953"/>
            <a:ext cx="156158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16C96D0E-B8DB-9344-AA73-F3B80658A17E}"/>
              </a:ext>
            </a:extLst>
          </p:cNvPr>
          <p:cNvCxnSpPr>
            <a:cxnSpLocks/>
          </p:cNvCxnSpPr>
          <p:nvPr/>
        </p:nvCxnSpPr>
        <p:spPr>
          <a:xfrm>
            <a:off x="1104523" y="5395152"/>
            <a:ext cx="28820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7" name="제목 1">
            <a:extLst>
              <a:ext uri="{FF2B5EF4-FFF2-40B4-BE49-F238E27FC236}">
                <a16:creationId xmlns:a16="http://schemas.microsoft.com/office/drawing/2014/main" id="{C37550A6-FBC8-8EA3-BAC0-A6B56001754C}"/>
              </a:ext>
            </a:extLst>
          </p:cNvPr>
          <p:cNvSpPr txBox="1">
            <a:spLocks/>
          </p:cNvSpPr>
          <p:nvPr/>
        </p:nvSpPr>
        <p:spPr>
          <a:xfrm>
            <a:off x="959667" y="5014742"/>
            <a:ext cx="1665838" cy="415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b="1" dirty="0">
                <a:solidFill>
                  <a:srgbClr val="FF0000"/>
                </a:solidFill>
              </a:rPr>
              <a:t>황실계보 로 수정</a:t>
            </a:r>
          </a:p>
        </p:txBody>
      </p:sp>
      <p:sp>
        <p:nvSpPr>
          <p:cNvPr id="38" name="제목 1">
            <a:extLst>
              <a:ext uri="{FF2B5EF4-FFF2-40B4-BE49-F238E27FC236}">
                <a16:creationId xmlns:a16="http://schemas.microsoft.com/office/drawing/2014/main" id="{6104F803-C2E0-FA89-8CEB-807424ECC909}"/>
              </a:ext>
            </a:extLst>
          </p:cNvPr>
          <p:cNvSpPr txBox="1">
            <a:spLocks/>
          </p:cNvSpPr>
          <p:nvPr/>
        </p:nvSpPr>
        <p:spPr>
          <a:xfrm>
            <a:off x="686555" y="5720912"/>
            <a:ext cx="1548142" cy="415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     </a:t>
            </a:r>
            <a:r>
              <a:rPr lang="ko-KR" altLang="en-US" sz="1800" b="1" dirty="0">
                <a:solidFill>
                  <a:srgbClr val="FF0000"/>
                </a:solidFill>
              </a:rPr>
              <a:t>삭제</a:t>
            </a:r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00F66CF6-A7BA-8417-CC3F-A05A29A7D12F}"/>
              </a:ext>
            </a:extLst>
          </p:cNvPr>
          <p:cNvSpPr txBox="1">
            <a:spLocks/>
          </p:cNvSpPr>
          <p:nvPr/>
        </p:nvSpPr>
        <p:spPr>
          <a:xfrm>
            <a:off x="4959791" y="5702805"/>
            <a:ext cx="1548142" cy="415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     </a:t>
            </a:r>
            <a:r>
              <a:rPr lang="ko-KR" altLang="en-US" sz="1800" b="1" dirty="0">
                <a:solidFill>
                  <a:srgbClr val="FF0000"/>
                </a:solidFill>
              </a:rPr>
              <a:t>삭제</a:t>
            </a:r>
          </a:p>
        </p:txBody>
      </p:sp>
      <p:sp>
        <p:nvSpPr>
          <p:cNvPr id="40" name="제목 1">
            <a:extLst>
              <a:ext uri="{FF2B5EF4-FFF2-40B4-BE49-F238E27FC236}">
                <a16:creationId xmlns:a16="http://schemas.microsoft.com/office/drawing/2014/main" id="{EF056344-8DF0-5520-F22E-0EEA713558C1}"/>
              </a:ext>
            </a:extLst>
          </p:cNvPr>
          <p:cNvSpPr txBox="1">
            <a:spLocks/>
          </p:cNvSpPr>
          <p:nvPr/>
        </p:nvSpPr>
        <p:spPr>
          <a:xfrm>
            <a:off x="2857878" y="5728457"/>
            <a:ext cx="1548142" cy="415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     </a:t>
            </a:r>
            <a:r>
              <a:rPr lang="ko-KR" altLang="en-US" sz="1800" b="1" dirty="0">
                <a:solidFill>
                  <a:srgbClr val="FF0000"/>
                </a:solidFill>
              </a:rPr>
              <a:t>삭제</a:t>
            </a:r>
          </a:p>
        </p:txBody>
      </p:sp>
      <p:pic>
        <p:nvPicPr>
          <p:cNvPr id="42" name="그림 41" descr="텍스트, 폰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3C6617-E010-634B-BE60-DB474774EE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134" y="912450"/>
            <a:ext cx="3543300" cy="2095500"/>
          </a:xfrm>
          <a:prstGeom prst="rect">
            <a:avLst/>
          </a:prstGeom>
        </p:spPr>
      </p:pic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C7D6552E-4943-2A52-9016-F0598FA06FC8}"/>
              </a:ext>
            </a:extLst>
          </p:cNvPr>
          <p:cNvCxnSpPr>
            <a:cxnSpLocks/>
          </p:cNvCxnSpPr>
          <p:nvPr/>
        </p:nvCxnSpPr>
        <p:spPr>
          <a:xfrm>
            <a:off x="5097238" y="1132479"/>
            <a:ext cx="2896972" cy="94076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A9C149DA-FA9E-9ED8-1520-744F96DEF816}"/>
              </a:ext>
            </a:extLst>
          </p:cNvPr>
          <p:cNvCxnSpPr>
            <a:cxnSpLocks/>
          </p:cNvCxnSpPr>
          <p:nvPr/>
        </p:nvCxnSpPr>
        <p:spPr>
          <a:xfrm flipV="1">
            <a:off x="5106154" y="1032095"/>
            <a:ext cx="2888056" cy="105020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8" name="제목 1">
            <a:extLst>
              <a:ext uri="{FF2B5EF4-FFF2-40B4-BE49-F238E27FC236}">
                <a16:creationId xmlns:a16="http://schemas.microsoft.com/office/drawing/2014/main" id="{0A23EDC8-A6B8-144D-BF65-90F3875BB4B2}"/>
              </a:ext>
            </a:extLst>
          </p:cNvPr>
          <p:cNvSpPr txBox="1">
            <a:spLocks/>
          </p:cNvSpPr>
          <p:nvPr/>
        </p:nvSpPr>
        <p:spPr>
          <a:xfrm>
            <a:off x="5735371" y="1806798"/>
            <a:ext cx="1548142" cy="415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     </a:t>
            </a:r>
            <a:r>
              <a:rPr lang="ko-KR" altLang="en-US" sz="1800" b="1" dirty="0">
                <a:solidFill>
                  <a:srgbClr val="FF0000"/>
                </a:solidFill>
              </a:rPr>
              <a:t>삭제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6617990D-8E8F-A240-06BE-07824E0F463E}"/>
              </a:ext>
            </a:extLst>
          </p:cNvPr>
          <p:cNvCxnSpPr>
            <a:cxnSpLocks/>
          </p:cNvCxnSpPr>
          <p:nvPr/>
        </p:nvCxnSpPr>
        <p:spPr>
          <a:xfrm>
            <a:off x="5739896" y="2816422"/>
            <a:ext cx="66995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4" name="제목 1">
            <a:extLst>
              <a:ext uri="{FF2B5EF4-FFF2-40B4-BE49-F238E27FC236}">
                <a16:creationId xmlns:a16="http://schemas.microsoft.com/office/drawing/2014/main" id="{5FECD4CC-AA86-D2A2-1571-53C1BB3B6134}"/>
              </a:ext>
            </a:extLst>
          </p:cNvPr>
          <p:cNvSpPr txBox="1">
            <a:spLocks/>
          </p:cNvSpPr>
          <p:nvPr/>
        </p:nvSpPr>
        <p:spPr>
          <a:xfrm>
            <a:off x="5003547" y="3146711"/>
            <a:ext cx="3289426" cy="4158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 err="1">
                <a:solidFill>
                  <a:srgbClr val="FF0000"/>
                </a:solidFill>
              </a:rPr>
              <a:t>대한황실문화원</a:t>
            </a:r>
            <a:r>
              <a:rPr lang="ko-KR" altLang="en-US" sz="2000" b="1" dirty="0">
                <a:solidFill>
                  <a:srgbClr val="FF0000"/>
                </a:solidFill>
              </a:rPr>
              <a:t>  </a:t>
            </a:r>
            <a:r>
              <a:rPr lang="ko-KR" altLang="en-US" sz="2000" b="1" dirty="0" err="1">
                <a:solidFill>
                  <a:srgbClr val="FF0000"/>
                </a:solidFill>
              </a:rPr>
              <a:t>으로</a:t>
            </a:r>
            <a:r>
              <a:rPr lang="ko-KR" altLang="en-US" sz="2000" b="1" dirty="0">
                <a:solidFill>
                  <a:srgbClr val="FF0000"/>
                </a:solidFill>
              </a:rPr>
              <a:t> 수정</a:t>
            </a:r>
          </a:p>
        </p:txBody>
      </p:sp>
      <p:sp>
        <p:nvSpPr>
          <p:cNvPr id="55" name="화살표: 아래쪽 54">
            <a:extLst>
              <a:ext uri="{FF2B5EF4-FFF2-40B4-BE49-F238E27FC236}">
                <a16:creationId xmlns:a16="http://schemas.microsoft.com/office/drawing/2014/main" id="{D2CACE07-238D-9499-92A2-34BCDE422504}"/>
              </a:ext>
            </a:extLst>
          </p:cNvPr>
          <p:cNvSpPr/>
          <p:nvPr/>
        </p:nvSpPr>
        <p:spPr>
          <a:xfrm>
            <a:off x="6060827" y="2858536"/>
            <a:ext cx="135803" cy="32592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7" name="그림 56" descr="텍스트, 스크린샷, 실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07D737-A11F-01FF-209A-923532B4BA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1314" y="3765806"/>
            <a:ext cx="2071286" cy="2761714"/>
          </a:xfrm>
          <a:prstGeom prst="rect">
            <a:avLst/>
          </a:prstGeom>
        </p:spPr>
      </p:pic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632B5A59-65E9-95AC-7891-5D4F465C7E77}"/>
              </a:ext>
            </a:extLst>
          </p:cNvPr>
          <p:cNvCxnSpPr>
            <a:cxnSpLocks/>
          </p:cNvCxnSpPr>
          <p:nvPr/>
        </p:nvCxnSpPr>
        <p:spPr>
          <a:xfrm>
            <a:off x="8265951" y="5469088"/>
            <a:ext cx="93236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0" name="제목 1">
            <a:extLst>
              <a:ext uri="{FF2B5EF4-FFF2-40B4-BE49-F238E27FC236}">
                <a16:creationId xmlns:a16="http://schemas.microsoft.com/office/drawing/2014/main" id="{3B16FBDF-A432-990A-DB50-C0623C8D9A8B}"/>
              </a:ext>
            </a:extLst>
          </p:cNvPr>
          <p:cNvSpPr txBox="1">
            <a:spLocks/>
          </p:cNvSpPr>
          <p:nvPr/>
        </p:nvSpPr>
        <p:spPr>
          <a:xfrm>
            <a:off x="9628360" y="5292384"/>
            <a:ext cx="2292036" cy="4158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>
                <a:solidFill>
                  <a:srgbClr val="FF0000"/>
                </a:solidFill>
              </a:rPr>
              <a:t>인사말 로 수정</a:t>
            </a:r>
          </a:p>
        </p:txBody>
      </p:sp>
      <p:pic>
        <p:nvPicPr>
          <p:cNvPr id="66" name="그림 65" descr="텍스트, 스크린샷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591182-1C91-51BD-1F1C-736E4193D0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095" y="408112"/>
            <a:ext cx="1434079" cy="3060795"/>
          </a:xfrm>
          <a:prstGeom prst="rect">
            <a:avLst/>
          </a:prstGeom>
        </p:spPr>
      </p:pic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48FCE243-0C0B-F3B6-AE6D-BF260D5C8EA0}"/>
              </a:ext>
            </a:extLst>
          </p:cNvPr>
          <p:cNvCxnSpPr>
            <a:cxnSpLocks/>
          </p:cNvCxnSpPr>
          <p:nvPr/>
        </p:nvCxnSpPr>
        <p:spPr>
          <a:xfrm>
            <a:off x="9559088" y="741672"/>
            <a:ext cx="15133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0" name="제목 1">
            <a:extLst>
              <a:ext uri="{FF2B5EF4-FFF2-40B4-BE49-F238E27FC236}">
                <a16:creationId xmlns:a16="http://schemas.microsoft.com/office/drawing/2014/main" id="{DDE6F6C4-77E4-4EA6-7ECB-798E062652C7}"/>
              </a:ext>
            </a:extLst>
          </p:cNvPr>
          <p:cNvSpPr txBox="1">
            <a:spLocks/>
          </p:cNvSpPr>
          <p:nvPr/>
        </p:nvSpPr>
        <p:spPr>
          <a:xfrm>
            <a:off x="10643858" y="537804"/>
            <a:ext cx="1548142" cy="415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     </a:t>
            </a:r>
            <a:r>
              <a:rPr lang="ko-KR" altLang="en-US" sz="1800" b="1" dirty="0">
                <a:solidFill>
                  <a:srgbClr val="FF0000"/>
                </a:solidFill>
              </a:rPr>
              <a:t>삭제</a:t>
            </a: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3F8BB470-3A42-1172-2C70-65090F36A00F}"/>
              </a:ext>
            </a:extLst>
          </p:cNvPr>
          <p:cNvCxnSpPr>
            <a:cxnSpLocks/>
          </p:cNvCxnSpPr>
          <p:nvPr/>
        </p:nvCxnSpPr>
        <p:spPr>
          <a:xfrm>
            <a:off x="8327817" y="5730130"/>
            <a:ext cx="93236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7" name="제목 1">
            <a:extLst>
              <a:ext uri="{FF2B5EF4-FFF2-40B4-BE49-F238E27FC236}">
                <a16:creationId xmlns:a16="http://schemas.microsoft.com/office/drawing/2014/main" id="{021C5FF1-75BF-726C-79EF-DA7EB82D6CBC}"/>
              </a:ext>
            </a:extLst>
          </p:cNvPr>
          <p:cNvSpPr txBox="1">
            <a:spLocks/>
          </p:cNvSpPr>
          <p:nvPr/>
        </p:nvSpPr>
        <p:spPr>
          <a:xfrm>
            <a:off x="9608745" y="5616798"/>
            <a:ext cx="2292036" cy="4158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>
                <a:solidFill>
                  <a:srgbClr val="FF0000"/>
                </a:solidFill>
              </a:rPr>
              <a:t>황실계보 로 수정 </a:t>
            </a:r>
          </a:p>
        </p:txBody>
      </p:sp>
      <p:sp>
        <p:nvSpPr>
          <p:cNvPr id="78" name="화살표: 아래쪽 77">
            <a:extLst>
              <a:ext uri="{FF2B5EF4-FFF2-40B4-BE49-F238E27FC236}">
                <a16:creationId xmlns:a16="http://schemas.microsoft.com/office/drawing/2014/main" id="{F360A396-13C5-91B4-5094-ABDA5C3D9682}"/>
              </a:ext>
            </a:extLst>
          </p:cNvPr>
          <p:cNvSpPr/>
          <p:nvPr/>
        </p:nvSpPr>
        <p:spPr>
          <a:xfrm>
            <a:off x="6213227" y="3010936"/>
            <a:ext cx="135803" cy="32592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화살표: 아래쪽 78">
            <a:extLst>
              <a:ext uri="{FF2B5EF4-FFF2-40B4-BE49-F238E27FC236}">
                <a16:creationId xmlns:a16="http://schemas.microsoft.com/office/drawing/2014/main" id="{DC56D9A1-3CC9-5D7E-7219-03A2CF5B1585}"/>
              </a:ext>
            </a:extLst>
          </p:cNvPr>
          <p:cNvSpPr/>
          <p:nvPr/>
        </p:nvSpPr>
        <p:spPr>
          <a:xfrm rot="16200000">
            <a:off x="9434752" y="5309007"/>
            <a:ext cx="135803" cy="32592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화살표: 아래쪽 79">
            <a:extLst>
              <a:ext uri="{FF2B5EF4-FFF2-40B4-BE49-F238E27FC236}">
                <a16:creationId xmlns:a16="http://schemas.microsoft.com/office/drawing/2014/main" id="{FC7E07E2-E956-A749-7190-8B55F2C6DDE8}"/>
              </a:ext>
            </a:extLst>
          </p:cNvPr>
          <p:cNvSpPr/>
          <p:nvPr/>
        </p:nvSpPr>
        <p:spPr>
          <a:xfrm rot="16200000">
            <a:off x="9460404" y="5624370"/>
            <a:ext cx="135803" cy="32592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426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459FF1-8D52-2133-BDE3-BC3E25530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541" y="671937"/>
            <a:ext cx="2476500" cy="165735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CCB6D74C-64E5-BF0A-6D20-A08CA543DA0B}"/>
              </a:ext>
            </a:extLst>
          </p:cNvPr>
          <p:cNvSpPr txBox="1">
            <a:spLocks/>
          </p:cNvSpPr>
          <p:nvPr/>
        </p:nvSpPr>
        <p:spPr>
          <a:xfrm>
            <a:off x="1735248" y="1859610"/>
            <a:ext cx="1548142" cy="415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     </a:t>
            </a:r>
            <a:r>
              <a:rPr lang="ko-KR" altLang="en-US" sz="1800" b="1" dirty="0">
                <a:solidFill>
                  <a:srgbClr val="FF0000"/>
                </a:solidFill>
              </a:rPr>
              <a:t>삭제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F8A3AA2-F9BD-4AD6-49BC-0CC4333CB750}"/>
              </a:ext>
            </a:extLst>
          </p:cNvPr>
          <p:cNvCxnSpPr>
            <a:cxnSpLocks/>
          </p:cNvCxnSpPr>
          <p:nvPr/>
        </p:nvCxnSpPr>
        <p:spPr>
          <a:xfrm>
            <a:off x="1656784" y="1765425"/>
            <a:ext cx="172015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D1DF050-4D62-DE2F-2B3D-60A1221A9252}"/>
              </a:ext>
            </a:extLst>
          </p:cNvPr>
          <p:cNvCxnSpPr>
            <a:cxnSpLocks/>
          </p:cNvCxnSpPr>
          <p:nvPr/>
        </p:nvCxnSpPr>
        <p:spPr>
          <a:xfrm>
            <a:off x="1901228" y="1421394"/>
            <a:ext cx="60658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제목 1">
            <a:extLst>
              <a:ext uri="{FF2B5EF4-FFF2-40B4-BE49-F238E27FC236}">
                <a16:creationId xmlns:a16="http://schemas.microsoft.com/office/drawing/2014/main" id="{6512CB7E-379D-596A-7EFD-B42FF129B597}"/>
              </a:ext>
            </a:extLst>
          </p:cNvPr>
          <p:cNvSpPr txBox="1">
            <a:spLocks/>
          </p:cNvSpPr>
          <p:nvPr/>
        </p:nvSpPr>
        <p:spPr>
          <a:xfrm>
            <a:off x="72427" y="1376127"/>
            <a:ext cx="1683945" cy="2172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b="1" dirty="0">
                <a:solidFill>
                  <a:srgbClr val="FF0000"/>
                </a:solidFill>
              </a:rPr>
              <a:t>대한황실 </a:t>
            </a:r>
            <a:r>
              <a:rPr lang="ko-KR" altLang="en-US" sz="1400" b="1" dirty="0" err="1">
                <a:solidFill>
                  <a:srgbClr val="FF0000"/>
                </a:solidFill>
              </a:rPr>
              <a:t>로수정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9A72DA70-6E37-21DA-417D-50C4FB5D3BB9}"/>
              </a:ext>
            </a:extLst>
          </p:cNvPr>
          <p:cNvSpPr/>
          <p:nvPr/>
        </p:nvSpPr>
        <p:spPr>
          <a:xfrm>
            <a:off x="1539089" y="1358022"/>
            <a:ext cx="325925" cy="16296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 descr="텍스트, 스크린샷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CFCBAE-841C-9E0A-D1CD-A7AF93B575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45" y="3505668"/>
            <a:ext cx="1505361" cy="2007148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D7068E2-989B-9AFF-E5D6-6918FB164D36}"/>
              </a:ext>
            </a:extLst>
          </p:cNvPr>
          <p:cNvCxnSpPr>
            <a:cxnSpLocks/>
          </p:cNvCxnSpPr>
          <p:nvPr/>
        </p:nvCxnSpPr>
        <p:spPr>
          <a:xfrm>
            <a:off x="641287" y="4489009"/>
            <a:ext cx="112413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제목 1">
            <a:extLst>
              <a:ext uri="{FF2B5EF4-FFF2-40B4-BE49-F238E27FC236}">
                <a16:creationId xmlns:a16="http://schemas.microsoft.com/office/drawing/2014/main" id="{683571D9-48C6-78EA-7845-F78955644E56}"/>
              </a:ext>
            </a:extLst>
          </p:cNvPr>
          <p:cNvSpPr txBox="1">
            <a:spLocks/>
          </p:cNvSpPr>
          <p:nvPr/>
        </p:nvSpPr>
        <p:spPr>
          <a:xfrm>
            <a:off x="1299173" y="4275376"/>
            <a:ext cx="1548142" cy="415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     </a:t>
            </a:r>
            <a:r>
              <a:rPr lang="ko-KR" altLang="en-US" sz="1800" b="1" dirty="0">
                <a:solidFill>
                  <a:srgbClr val="FF0000"/>
                </a:solidFill>
              </a:rPr>
              <a:t>삭제</a:t>
            </a:r>
          </a:p>
        </p:txBody>
      </p:sp>
      <p:pic>
        <p:nvPicPr>
          <p:cNvPr id="23" name="그림 22" descr="텍스트, 폰트, 스크린샷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D2A7FD-6BBD-53F4-156C-2AAC3FF414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929" y="3693814"/>
            <a:ext cx="3113550" cy="1855961"/>
          </a:xfrm>
          <a:prstGeom prst="rect">
            <a:avLst/>
          </a:prstGeom>
        </p:spPr>
      </p:pic>
      <p:sp>
        <p:nvSpPr>
          <p:cNvPr id="24" name="제목 1">
            <a:extLst>
              <a:ext uri="{FF2B5EF4-FFF2-40B4-BE49-F238E27FC236}">
                <a16:creationId xmlns:a16="http://schemas.microsoft.com/office/drawing/2014/main" id="{BCADDD35-4F29-821D-2894-2A7FB1519F60}"/>
              </a:ext>
            </a:extLst>
          </p:cNvPr>
          <p:cNvSpPr txBox="1">
            <a:spLocks/>
          </p:cNvSpPr>
          <p:nvPr/>
        </p:nvSpPr>
        <p:spPr>
          <a:xfrm>
            <a:off x="5109173" y="5024673"/>
            <a:ext cx="1548142" cy="3168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     </a:t>
            </a:r>
            <a:r>
              <a:rPr lang="ko-KR" altLang="en-US" sz="1800" b="1" dirty="0">
                <a:solidFill>
                  <a:srgbClr val="FF0000"/>
                </a:solidFill>
              </a:rPr>
              <a:t>삭제</a:t>
            </a:r>
          </a:p>
        </p:txBody>
      </p:sp>
      <p:sp>
        <p:nvSpPr>
          <p:cNvPr id="25" name="제목 1">
            <a:extLst>
              <a:ext uri="{FF2B5EF4-FFF2-40B4-BE49-F238E27FC236}">
                <a16:creationId xmlns:a16="http://schemas.microsoft.com/office/drawing/2014/main" id="{C892A32B-1DA0-4AFE-B87E-643F46E24F62}"/>
              </a:ext>
            </a:extLst>
          </p:cNvPr>
          <p:cNvSpPr txBox="1">
            <a:spLocks/>
          </p:cNvSpPr>
          <p:nvPr/>
        </p:nvSpPr>
        <p:spPr>
          <a:xfrm>
            <a:off x="8069653" y="1195688"/>
            <a:ext cx="2776397" cy="642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     </a:t>
            </a:r>
            <a:r>
              <a:rPr lang="en-US" altLang="ko-KR" sz="1800" b="1" dirty="0">
                <a:solidFill>
                  <a:srgbClr val="FF0000"/>
                </a:solidFill>
              </a:rPr>
              <a:t>WARRANT </a:t>
            </a:r>
            <a:r>
              <a:rPr lang="ko-KR" altLang="en-US" sz="1800" b="1" dirty="0">
                <a:solidFill>
                  <a:srgbClr val="FF0000"/>
                </a:solidFill>
              </a:rPr>
              <a:t>로 수정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650C4A87-130B-283B-87AC-BD0119C868EF}"/>
              </a:ext>
            </a:extLst>
          </p:cNvPr>
          <p:cNvCxnSpPr>
            <a:cxnSpLocks/>
          </p:cNvCxnSpPr>
          <p:nvPr/>
        </p:nvCxnSpPr>
        <p:spPr>
          <a:xfrm>
            <a:off x="3084214" y="4940173"/>
            <a:ext cx="2429346" cy="32894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31F017A-BC5A-CB48-448E-8E2B19A701FA}"/>
              </a:ext>
            </a:extLst>
          </p:cNvPr>
          <p:cNvCxnSpPr>
            <a:cxnSpLocks/>
          </p:cNvCxnSpPr>
          <p:nvPr/>
        </p:nvCxnSpPr>
        <p:spPr>
          <a:xfrm flipV="1">
            <a:off x="3118919" y="4906978"/>
            <a:ext cx="2539497" cy="35761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1" name="그림 30" descr="텍스트, 폰트, 스크린샷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9D3D1B-0D21-178B-933E-2A7A53E69A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554" y="3792464"/>
            <a:ext cx="4181475" cy="1695450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469B936C-3D31-E99F-AA67-D9BBE15FC06B}"/>
              </a:ext>
            </a:extLst>
          </p:cNvPr>
          <p:cNvCxnSpPr>
            <a:cxnSpLocks/>
          </p:cNvCxnSpPr>
          <p:nvPr/>
        </p:nvCxnSpPr>
        <p:spPr>
          <a:xfrm>
            <a:off x="6518495" y="4295868"/>
            <a:ext cx="324114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제목 1">
            <a:extLst>
              <a:ext uri="{FF2B5EF4-FFF2-40B4-BE49-F238E27FC236}">
                <a16:creationId xmlns:a16="http://schemas.microsoft.com/office/drawing/2014/main" id="{7CBDF12F-C3AB-C773-4435-C01F9B36727A}"/>
              </a:ext>
            </a:extLst>
          </p:cNvPr>
          <p:cNvSpPr txBox="1">
            <a:spLocks/>
          </p:cNvSpPr>
          <p:nvPr/>
        </p:nvSpPr>
        <p:spPr>
          <a:xfrm>
            <a:off x="9326579" y="4126871"/>
            <a:ext cx="1548142" cy="3168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     </a:t>
            </a:r>
            <a:r>
              <a:rPr lang="ko-KR" altLang="en-US" sz="1800" b="1" dirty="0">
                <a:solidFill>
                  <a:srgbClr val="FF0000"/>
                </a:solidFill>
              </a:rPr>
              <a:t>삭제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4F543FB-97E0-693D-9C8C-7BF7E30938E5}"/>
              </a:ext>
            </a:extLst>
          </p:cNvPr>
          <p:cNvCxnSpPr>
            <a:cxnSpLocks/>
          </p:cNvCxnSpPr>
          <p:nvPr/>
        </p:nvCxnSpPr>
        <p:spPr>
          <a:xfrm>
            <a:off x="6544147" y="4869255"/>
            <a:ext cx="60658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8" name="제목 1">
            <a:extLst>
              <a:ext uri="{FF2B5EF4-FFF2-40B4-BE49-F238E27FC236}">
                <a16:creationId xmlns:a16="http://schemas.microsoft.com/office/drawing/2014/main" id="{756C4DE2-F235-AC09-F722-C428E0BB6788}"/>
              </a:ext>
            </a:extLst>
          </p:cNvPr>
          <p:cNvSpPr txBox="1">
            <a:spLocks/>
          </p:cNvSpPr>
          <p:nvPr/>
        </p:nvSpPr>
        <p:spPr>
          <a:xfrm>
            <a:off x="6435505" y="5005058"/>
            <a:ext cx="1683945" cy="2172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b="1" dirty="0">
                <a:solidFill>
                  <a:srgbClr val="FF0000"/>
                </a:solidFill>
              </a:rPr>
              <a:t>대한황실 </a:t>
            </a:r>
            <a:r>
              <a:rPr lang="ko-KR" altLang="en-US" sz="1400" b="1" dirty="0" err="1">
                <a:solidFill>
                  <a:srgbClr val="FF0000"/>
                </a:solidFill>
              </a:rPr>
              <a:t>로수정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pic>
        <p:nvPicPr>
          <p:cNvPr id="40" name="그림 39" descr="텍스트, 스크린샷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D254B4-6FB4-7494-66AC-7FD657E46B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545" y="1040216"/>
            <a:ext cx="2466975" cy="1419225"/>
          </a:xfrm>
          <a:prstGeom prst="rect">
            <a:avLst/>
          </a:prstGeom>
        </p:spPr>
      </p:pic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526BE5F-5EF6-4493-8E17-4ABB49382971}"/>
              </a:ext>
            </a:extLst>
          </p:cNvPr>
          <p:cNvCxnSpPr>
            <a:cxnSpLocks/>
          </p:cNvCxnSpPr>
          <p:nvPr/>
        </p:nvCxnSpPr>
        <p:spPr>
          <a:xfrm>
            <a:off x="7141675" y="1510419"/>
            <a:ext cx="1395743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50E975F4-6788-DAAB-4077-30B64F0153E9}"/>
              </a:ext>
            </a:extLst>
          </p:cNvPr>
          <p:cNvCxnSpPr>
            <a:cxnSpLocks/>
          </p:cNvCxnSpPr>
          <p:nvPr/>
        </p:nvCxnSpPr>
        <p:spPr>
          <a:xfrm>
            <a:off x="6461156" y="1961583"/>
            <a:ext cx="163264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5" name="제목 1">
            <a:extLst>
              <a:ext uri="{FF2B5EF4-FFF2-40B4-BE49-F238E27FC236}">
                <a16:creationId xmlns:a16="http://schemas.microsoft.com/office/drawing/2014/main" id="{68F8C18F-225B-EBA2-FCC8-C6981319AA2B}"/>
              </a:ext>
            </a:extLst>
          </p:cNvPr>
          <p:cNvSpPr txBox="1">
            <a:spLocks/>
          </p:cNvSpPr>
          <p:nvPr/>
        </p:nvSpPr>
        <p:spPr>
          <a:xfrm>
            <a:off x="6568290" y="1948636"/>
            <a:ext cx="1548142" cy="415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     </a:t>
            </a:r>
            <a:r>
              <a:rPr lang="ko-KR" altLang="en-US" sz="1800" b="1" dirty="0">
                <a:solidFill>
                  <a:srgbClr val="FF0000"/>
                </a:solidFill>
              </a:rPr>
              <a:t>삭제</a:t>
            </a:r>
          </a:p>
        </p:txBody>
      </p:sp>
    </p:spTree>
    <p:extLst>
      <p:ext uri="{BB962C8B-B14F-4D97-AF65-F5344CB8AC3E}">
        <p14:creationId xmlns:p14="http://schemas.microsoft.com/office/powerpoint/2010/main" val="2773478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171DB2-DDC4-C171-BC3F-DB41A8399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07" y="340857"/>
            <a:ext cx="2961964" cy="3389171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78202D0-4C91-593B-7761-D290695ED233}"/>
              </a:ext>
            </a:extLst>
          </p:cNvPr>
          <p:cNvCxnSpPr/>
          <p:nvPr/>
        </p:nvCxnSpPr>
        <p:spPr>
          <a:xfrm>
            <a:off x="742384" y="3123446"/>
            <a:ext cx="219093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79318B8-9407-70B9-76D6-F6288B1440AC}"/>
              </a:ext>
            </a:extLst>
          </p:cNvPr>
          <p:cNvCxnSpPr/>
          <p:nvPr/>
        </p:nvCxnSpPr>
        <p:spPr>
          <a:xfrm>
            <a:off x="1066800" y="1655275"/>
            <a:ext cx="219093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5D7DF04-9645-BC5C-3B19-7B75FE9109D7}"/>
              </a:ext>
            </a:extLst>
          </p:cNvPr>
          <p:cNvCxnSpPr>
            <a:cxnSpLocks/>
          </p:cNvCxnSpPr>
          <p:nvPr/>
        </p:nvCxnSpPr>
        <p:spPr>
          <a:xfrm>
            <a:off x="641287" y="1809185"/>
            <a:ext cx="256364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2" name="그림 11" descr="텍스트, 스크린샷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DAAA48-75B6-9770-E02A-4CA31002AA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836" y="553106"/>
            <a:ext cx="3761608" cy="2002934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D03510A-71C0-A151-CE09-E4020F69DF79}"/>
              </a:ext>
            </a:extLst>
          </p:cNvPr>
          <p:cNvCxnSpPr>
            <a:cxnSpLocks/>
          </p:cNvCxnSpPr>
          <p:nvPr/>
        </p:nvCxnSpPr>
        <p:spPr>
          <a:xfrm>
            <a:off x="6796135" y="1173933"/>
            <a:ext cx="256364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제목 1">
            <a:extLst>
              <a:ext uri="{FF2B5EF4-FFF2-40B4-BE49-F238E27FC236}">
                <a16:creationId xmlns:a16="http://schemas.microsoft.com/office/drawing/2014/main" id="{5796EB02-E14C-0229-2F55-65BE6E4F375D}"/>
              </a:ext>
            </a:extLst>
          </p:cNvPr>
          <p:cNvSpPr txBox="1">
            <a:spLocks/>
          </p:cNvSpPr>
          <p:nvPr/>
        </p:nvSpPr>
        <p:spPr>
          <a:xfrm>
            <a:off x="9092695" y="869763"/>
            <a:ext cx="2776397" cy="642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     </a:t>
            </a:r>
            <a:r>
              <a:rPr lang="ko-KR" altLang="en-US" sz="1800" b="1" dirty="0" err="1">
                <a:solidFill>
                  <a:srgbClr val="FF0000"/>
                </a:solidFill>
              </a:rPr>
              <a:t>디지털옥새</a:t>
            </a:r>
            <a:r>
              <a:rPr lang="en-US" altLang="ko-KR" sz="1800" b="1" dirty="0">
                <a:solidFill>
                  <a:srgbClr val="FF0000"/>
                </a:solidFill>
              </a:rPr>
              <a:t> </a:t>
            </a:r>
            <a:r>
              <a:rPr lang="ko-KR" altLang="en-US" sz="1800" b="1" dirty="0">
                <a:solidFill>
                  <a:srgbClr val="FF0000"/>
                </a:solidFill>
              </a:rPr>
              <a:t>로 수정</a:t>
            </a:r>
          </a:p>
        </p:txBody>
      </p:sp>
      <p:pic>
        <p:nvPicPr>
          <p:cNvPr id="16" name="그림 15" descr="텍스트, 스크린샷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F7F04D-F7F2-E980-AE94-D0FF50B58D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95" y="4272991"/>
            <a:ext cx="2466277" cy="2001062"/>
          </a:xfrm>
          <a:prstGeom prst="rect">
            <a:avLst/>
          </a:prstGeom>
        </p:spPr>
      </p:pic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F30E50E-6766-E712-C723-101FEF20AD0C}"/>
              </a:ext>
            </a:extLst>
          </p:cNvPr>
          <p:cNvCxnSpPr/>
          <p:nvPr/>
        </p:nvCxnSpPr>
        <p:spPr>
          <a:xfrm>
            <a:off x="668447" y="5186128"/>
            <a:ext cx="219093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제목 1">
            <a:extLst>
              <a:ext uri="{FF2B5EF4-FFF2-40B4-BE49-F238E27FC236}">
                <a16:creationId xmlns:a16="http://schemas.microsoft.com/office/drawing/2014/main" id="{5625FD2A-1DC0-F51B-A3AD-E1EB0F315099}"/>
              </a:ext>
            </a:extLst>
          </p:cNvPr>
          <p:cNvSpPr txBox="1">
            <a:spLocks/>
          </p:cNvSpPr>
          <p:nvPr/>
        </p:nvSpPr>
        <p:spPr>
          <a:xfrm>
            <a:off x="2391622" y="4897047"/>
            <a:ext cx="3465970" cy="642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     </a:t>
            </a:r>
            <a:r>
              <a:rPr lang="en-US" altLang="ko-KR" sz="1800" b="1" dirty="0">
                <a:solidFill>
                  <a:srgbClr val="FF0000"/>
                </a:solidFill>
              </a:rPr>
              <a:t>DIGITAL</a:t>
            </a:r>
            <a:r>
              <a:rPr lang="ko-KR" altLang="en-US" sz="1800" b="1" dirty="0">
                <a:solidFill>
                  <a:srgbClr val="FF0000"/>
                </a:solidFill>
              </a:rPr>
              <a:t> </a:t>
            </a:r>
            <a:r>
              <a:rPr lang="en-US" altLang="ko-KR" sz="1800" b="1" dirty="0">
                <a:solidFill>
                  <a:srgbClr val="FF0000"/>
                </a:solidFill>
              </a:rPr>
              <a:t>SEAL </a:t>
            </a:r>
            <a:r>
              <a:rPr lang="ko-KR" altLang="en-US" sz="1800" b="1" dirty="0">
                <a:solidFill>
                  <a:srgbClr val="FF0000"/>
                </a:solidFill>
              </a:rPr>
              <a:t>로 수정</a:t>
            </a:r>
          </a:p>
        </p:txBody>
      </p:sp>
      <p:pic>
        <p:nvPicPr>
          <p:cNvPr id="20" name="그림 19" descr="텍스트, 폰트, 스크린샷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8B8929-EA6A-76EA-B816-BFB090472F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913" y="3776879"/>
            <a:ext cx="4552950" cy="1600200"/>
          </a:xfrm>
          <a:prstGeom prst="rect">
            <a:avLst/>
          </a:prstGeom>
        </p:spPr>
      </p:pic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1CB58BE-F0E7-4C2F-3ED6-CF783F9D72B4}"/>
              </a:ext>
            </a:extLst>
          </p:cNvPr>
          <p:cNvCxnSpPr>
            <a:cxnSpLocks/>
          </p:cNvCxnSpPr>
          <p:nvPr/>
        </p:nvCxnSpPr>
        <p:spPr>
          <a:xfrm>
            <a:off x="6099017" y="3899028"/>
            <a:ext cx="3950329" cy="99889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A6A556B1-4542-204F-7E8C-6CCB7FCD55C6}"/>
              </a:ext>
            </a:extLst>
          </p:cNvPr>
          <p:cNvCxnSpPr>
            <a:cxnSpLocks/>
          </p:cNvCxnSpPr>
          <p:nvPr/>
        </p:nvCxnSpPr>
        <p:spPr>
          <a:xfrm flipV="1">
            <a:off x="6147303" y="3902044"/>
            <a:ext cx="4083113" cy="111357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제목 1">
            <a:extLst>
              <a:ext uri="{FF2B5EF4-FFF2-40B4-BE49-F238E27FC236}">
                <a16:creationId xmlns:a16="http://schemas.microsoft.com/office/drawing/2014/main" id="{2AEA1A20-9A9D-57B8-5675-5BC83682B3DA}"/>
              </a:ext>
            </a:extLst>
          </p:cNvPr>
          <p:cNvSpPr txBox="1">
            <a:spLocks/>
          </p:cNvSpPr>
          <p:nvPr/>
        </p:nvSpPr>
        <p:spPr>
          <a:xfrm>
            <a:off x="6201622" y="5203356"/>
            <a:ext cx="4173649" cy="642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 </a:t>
            </a:r>
            <a:r>
              <a:rPr lang="ko-KR" altLang="en-US" sz="1800" b="1" dirty="0">
                <a:solidFill>
                  <a:srgbClr val="FF0000"/>
                </a:solidFill>
              </a:rPr>
              <a:t>설립이념 안으로 </a:t>
            </a:r>
            <a:r>
              <a:rPr lang="ko-KR" altLang="en-US" sz="1800" b="1" dirty="0" err="1">
                <a:solidFill>
                  <a:srgbClr val="FF0000"/>
                </a:solidFill>
              </a:rPr>
              <a:t>들어갔을때</a:t>
            </a:r>
            <a:r>
              <a:rPr lang="ko-KR" altLang="en-US" sz="1800" b="1" dirty="0">
                <a:solidFill>
                  <a:srgbClr val="FF0000"/>
                </a:solidFill>
              </a:rPr>
              <a:t> 큰글씨 삭제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7389E1-F5C5-29D6-A877-2F1A1C5AD0AC}"/>
              </a:ext>
            </a:extLst>
          </p:cNvPr>
          <p:cNvSpPr txBox="1"/>
          <p:nvPr/>
        </p:nvSpPr>
        <p:spPr>
          <a:xfrm>
            <a:off x="2958220" y="2344909"/>
            <a:ext cx="44565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글로벌 네트워킹</a:t>
            </a:r>
          </a:p>
          <a:p>
            <a:r>
              <a:rPr lang="ko-KR" altLang="en-US" sz="1600" b="1" dirty="0" err="1">
                <a:solidFill>
                  <a:srgbClr val="FF0000"/>
                </a:solidFill>
              </a:rPr>
              <a:t>프라이빗</a:t>
            </a:r>
            <a:r>
              <a:rPr lang="ko-KR" altLang="en-US" sz="1600" b="1" dirty="0">
                <a:solidFill>
                  <a:srgbClr val="FF0000"/>
                </a:solidFill>
              </a:rPr>
              <a:t> </a:t>
            </a:r>
            <a:r>
              <a:rPr lang="ko-KR" altLang="en-US" sz="1600" b="1" dirty="0" err="1">
                <a:solidFill>
                  <a:srgbClr val="FF0000"/>
                </a:solidFill>
              </a:rPr>
              <a:t>서밋</a:t>
            </a:r>
            <a:r>
              <a:rPr lang="ko-KR" altLang="en-US" sz="1600" b="1" dirty="0">
                <a:solidFill>
                  <a:srgbClr val="FF0000"/>
                </a:solidFill>
              </a:rPr>
              <a:t> 초청</a:t>
            </a:r>
          </a:p>
          <a:p>
            <a:r>
              <a:rPr lang="ko-KR" altLang="en-US" sz="1600" b="1" dirty="0">
                <a:solidFill>
                  <a:srgbClr val="FF0000"/>
                </a:solidFill>
              </a:rPr>
              <a:t>로열 아이덴티티 및 디지털 주관확보 로 수정</a:t>
            </a:r>
            <a:endParaRPr lang="en-US" altLang="ko-KR" sz="1600" b="1" dirty="0">
              <a:solidFill>
                <a:srgbClr val="FF0000"/>
              </a:solidFill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C6B4A44-4337-0E4F-3F2A-6E310C7C9C9C}"/>
              </a:ext>
            </a:extLst>
          </p:cNvPr>
          <p:cNvCxnSpPr/>
          <p:nvPr/>
        </p:nvCxnSpPr>
        <p:spPr>
          <a:xfrm>
            <a:off x="768036" y="2415767"/>
            <a:ext cx="219093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C0920A1-5ABF-C0D2-57F7-90D50A345B71}"/>
              </a:ext>
            </a:extLst>
          </p:cNvPr>
          <p:cNvCxnSpPr/>
          <p:nvPr/>
        </p:nvCxnSpPr>
        <p:spPr>
          <a:xfrm>
            <a:off x="811794" y="2694915"/>
            <a:ext cx="219093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제목 1">
            <a:extLst>
              <a:ext uri="{FF2B5EF4-FFF2-40B4-BE49-F238E27FC236}">
                <a16:creationId xmlns:a16="http://schemas.microsoft.com/office/drawing/2014/main" id="{81DE2D45-D645-3B53-0489-B6C8443A4DBD}"/>
              </a:ext>
            </a:extLst>
          </p:cNvPr>
          <p:cNvSpPr txBox="1">
            <a:spLocks/>
          </p:cNvSpPr>
          <p:nvPr/>
        </p:nvSpPr>
        <p:spPr>
          <a:xfrm>
            <a:off x="2771868" y="1610638"/>
            <a:ext cx="1528529" cy="33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/>
              <a:t>     </a:t>
            </a:r>
            <a:r>
              <a:rPr lang="ko-KR" altLang="en-US" sz="1800" b="1">
                <a:solidFill>
                  <a:srgbClr val="FF0000"/>
                </a:solidFill>
              </a:rPr>
              <a:t>삭제</a:t>
            </a:r>
            <a:endParaRPr lang="ko-KR" alt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894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256B2A-AA67-0764-7A30-E0611C21C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81" y="386659"/>
            <a:ext cx="2162849" cy="2465183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37A5E41-1EDC-FDF9-41DD-8F4E01A0FE50}"/>
              </a:ext>
            </a:extLst>
          </p:cNvPr>
          <p:cNvCxnSpPr>
            <a:cxnSpLocks/>
          </p:cNvCxnSpPr>
          <p:nvPr/>
        </p:nvCxnSpPr>
        <p:spPr>
          <a:xfrm>
            <a:off x="1122629" y="986827"/>
            <a:ext cx="88724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FFB11675-1FC1-3B1D-9712-65E38D8D495D}"/>
              </a:ext>
            </a:extLst>
          </p:cNvPr>
          <p:cNvSpPr/>
          <p:nvPr/>
        </p:nvSpPr>
        <p:spPr>
          <a:xfrm>
            <a:off x="2399168" y="2254314"/>
            <a:ext cx="579422" cy="13580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22BB14ED-0BEB-044B-9076-9E25FC9F73F0}"/>
              </a:ext>
            </a:extLst>
          </p:cNvPr>
          <p:cNvSpPr txBox="1">
            <a:spLocks/>
          </p:cNvSpPr>
          <p:nvPr/>
        </p:nvSpPr>
        <p:spPr>
          <a:xfrm>
            <a:off x="2565148" y="2173462"/>
            <a:ext cx="2776397" cy="642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     </a:t>
            </a:r>
            <a:r>
              <a:rPr lang="ko-KR" altLang="en-US" sz="1800" b="1" dirty="0">
                <a:solidFill>
                  <a:srgbClr val="FF0000"/>
                </a:solidFill>
              </a:rPr>
              <a:t>대한제국을 대한민국으로</a:t>
            </a:r>
            <a:r>
              <a:rPr lang="en-US" altLang="ko-KR" sz="1800" b="1" dirty="0">
                <a:solidFill>
                  <a:srgbClr val="FF0000"/>
                </a:solidFill>
              </a:rPr>
              <a:t> </a:t>
            </a:r>
            <a:r>
              <a:rPr lang="ko-KR" altLang="en-US" sz="1800" b="1" dirty="0">
                <a:solidFill>
                  <a:srgbClr val="FF0000"/>
                </a:solidFill>
              </a:rPr>
              <a:t>로 수정</a:t>
            </a:r>
          </a:p>
        </p:txBody>
      </p:sp>
      <p:pic>
        <p:nvPicPr>
          <p:cNvPr id="16" name="그림 15" descr="텍스트, 폰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D54EA1-C3EA-AEFB-CE8F-EEBFEBE3B8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85" y="3464460"/>
            <a:ext cx="3067050" cy="2590800"/>
          </a:xfrm>
          <a:prstGeom prst="rect">
            <a:avLst/>
          </a:prstGeom>
        </p:spPr>
      </p:pic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271177F-C2FA-6841-41F6-CF3953514944}"/>
              </a:ext>
            </a:extLst>
          </p:cNvPr>
          <p:cNvCxnSpPr>
            <a:cxnSpLocks/>
          </p:cNvCxnSpPr>
          <p:nvPr/>
        </p:nvCxnSpPr>
        <p:spPr>
          <a:xfrm>
            <a:off x="1247869" y="5376249"/>
            <a:ext cx="191179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제목 1">
            <a:extLst>
              <a:ext uri="{FF2B5EF4-FFF2-40B4-BE49-F238E27FC236}">
                <a16:creationId xmlns:a16="http://schemas.microsoft.com/office/drawing/2014/main" id="{EBD2C2B7-AF0F-F7C2-73FD-FE9E8658D360}"/>
              </a:ext>
            </a:extLst>
          </p:cNvPr>
          <p:cNvSpPr txBox="1">
            <a:spLocks/>
          </p:cNvSpPr>
          <p:nvPr/>
        </p:nvSpPr>
        <p:spPr>
          <a:xfrm>
            <a:off x="3677216" y="5241080"/>
            <a:ext cx="1356511" cy="4444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>
                <a:solidFill>
                  <a:srgbClr val="FF0000"/>
                </a:solidFill>
              </a:rPr>
              <a:t>삭제</a:t>
            </a:r>
            <a:endParaRPr lang="ko-KR" altLang="en-US" sz="1800" b="1" dirty="0">
              <a:solidFill>
                <a:srgbClr val="FF0000"/>
              </a:solidFill>
            </a:endParaRP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087F5237-5BE7-5884-41C9-0B8E672A1AF5}"/>
              </a:ext>
            </a:extLst>
          </p:cNvPr>
          <p:cNvSpPr/>
          <p:nvPr/>
        </p:nvSpPr>
        <p:spPr>
          <a:xfrm>
            <a:off x="3167204" y="5321929"/>
            <a:ext cx="579422" cy="13580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CA5FF7-BD4F-8EC7-7174-578AE7BD72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539" y="386187"/>
            <a:ext cx="2061738" cy="1386341"/>
          </a:xfrm>
          <a:prstGeom prst="rect">
            <a:avLst/>
          </a:prstGeom>
        </p:spPr>
      </p:pic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0F9295A-D3F5-3F18-48AE-3D0D0D217BE6}"/>
              </a:ext>
            </a:extLst>
          </p:cNvPr>
          <p:cNvCxnSpPr>
            <a:cxnSpLocks/>
          </p:cNvCxnSpPr>
          <p:nvPr/>
        </p:nvCxnSpPr>
        <p:spPr>
          <a:xfrm>
            <a:off x="5376249" y="1112067"/>
            <a:ext cx="125994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제목 1">
            <a:extLst>
              <a:ext uri="{FF2B5EF4-FFF2-40B4-BE49-F238E27FC236}">
                <a16:creationId xmlns:a16="http://schemas.microsoft.com/office/drawing/2014/main" id="{375F655F-25C4-8ABD-0FA2-43DC3EBC0C4D}"/>
              </a:ext>
            </a:extLst>
          </p:cNvPr>
          <p:cNvSpPr txBox="1">
            <a:spLocks/>
          </p:cNvSpPr>
          <p:nvPr/>
        </p:nvSpPr>
        <p:spPr>
          <a:xfrm>
            <a:off x="6673912" y="895414"/>
            <a:ext cx="2776397" cy="642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/>
              <a:t>    </a:t>
            </a:r>
            <a:r>
              <a:rPr lang="ko-KR" altLang="en-US" sz="2000" b="1" dirty="0">
                <a:solidFill>
                  <a:srgbClr val="FF0000"/>
                </a:solidFill>
              </a:rPr>
              <a:t>비전미션 클릭해서 </a:t>
            </a:r>
            <a:r>
              <a:rPr lang="ko-KR" altLang="en-US" sz="2000" b="1" dirty="0" err="1">
                <a:solidFill>
                  <a:srgbClr val="FF0000"/>
                </a:solidFill>
              </a:rPr>
              <a:t>들어왔을때</a:t>
            </a:r>
            <a:r>
              <a:rPr lang="ko-KR" altLang="en-US" sz="2000" b="1" dirty="0">
                <a:solidFill>
                  <a:srgbClr val="FF0000"/>
                </a:solidFill>
              </a:rPr>
              <a:t> 삭제</a:t>
            </a:r>
            <a:endParaRPr lang="ko-KR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27" name="그림 2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42003E-9FF4-81D3-62DE-4547F7318C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1732" y="2719954"/>
            <a:ext cx="6083545" cy="1136824"/>
          </a:xfrm>
          <a:prstGeom prst="rect">
            <a:avLst/>
          </a:prstGeom>
        </p:spPr>
      </p:pic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1C640F72-F824-0E91-A2C2-FDF0EE630A50}"/>
              </a:ext>
            </a:extLst>
          </p:cNvPr>
          <p:cNvCxnSpPr>
            <a:cxnSpLocks/>
          </p:cNvCxnSpPr>
          <p:nvPr/>
        </p:nvCxnSpPr>
        <p:spPr>
          <a:xfrm>
            <a:off x="4967334" y="3265283"/>
            <a:ext cx="50095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3BFB8E7-721A-91E5-B634-7E2A2E0C740F}"/>
              </a:ext>
            </a:extLst>
          </p:cNvPr>
          <p:cNvCxnSpPr>
            <a:cxnSpLocks/>
          </p:cNvCxnSpPr>
          <p:nvPr/>
        </p:nvCxnSpPr>
        <p:spPr>
          <a:xfrm>
            <a:off x="8107378" y="3245667"/>
            <a:ext cx="47530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제목 1">
            <a:extLst>
              <a:ext uri="{FF2B5EF4-FFF2-40B4-BE49-F238E27FC236}">
                <a16:creationId xmlns:a16="http://schemas.microsoft.com/office/drawing/2014/main" id="{96408E76-D58C-03B5-EC5D-1E2BBC0110D5}"/>
              </a:ext>
            </a:extLst>
          </p:cNvPr>
          <p:cNvSpPr txBox="1">
            <a:spLocks/>
          </p:cNvSpPr>
          <p:nvPr/>
        </p:nvSpPr>
        <p:spPr>
          <a:xfrm>
            <a:off x="8573632" y="3012418"/>
            <a:ext cx="1356511" cy="4444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>
                <a:solidFill>
                  <a:srgbClr val="FF0000"/>
                </a:solidFill>
              </a:rPr>
              <a:t>삭제</a:t>
            </a:r>
            <a:endParaRPr lang="ko-KR" altLang="en-US" sz="1800" b="1" dirty="0">
              <a:solidFill>
                <a:srgbClr val="FF0000"/>
              </a:solidFill>
            </a:endParaRPr>
          </a:p>
        </p:txBody>
      </p:sp>
      <p:sp>
        <p:nvSpPr>
          <p:cNvPr id="33" name="제목 1">
            <a:extLst>
              <a:ext uri="{FF2B5EF4-FFF2-40B4-BE49-F238E27FC236}">
                <a16:creationId xmlns:a16="http://schemas.microsoft.com/office/drawing/2014/main" id="{C7732096-39F1-A683-54C0-AC74BD232B25}"/>
              </a:ext>
            </a:extLst>
          </p:cNvPr>
          <p:cNvSpPr txBox="1">
            <a:spLocks/>
          </p:cNvSpPr>
          <p:nvPr/>
        </p:nvSpPr>
        <p:spPr>
          <a:xfrm>
            <a:off x="5502998" y="3056177"/>
            <a:ext cx="1356511" cy="4444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>
                <a:solidFill>
                  <a:srgbClr val="FF0000"/>
                </a:solidFill>
              </a:rPr>
              <a:t>삭제</a:t>
            </a:r>
            <a:endParaRPr lang="ko-KR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35" name="그림 34" descr="텍스트, 스크린샷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FC0943-0D2B-DD47-DCE2-958EFAE633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631" y="3952923"/>
            <a:ext cx="2377241" cy="2565672"/>
          </a:xfrm>
          <a:prstGeom prst="rect">
            <a:avLst/>
          </a:prstGeom>
        </p:spPr>
      </p:pic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C7AB96C-4E87-BF44-7902-7BFD0CA5EA13}"/>
              </a:ext>
            </a:extLst>
          </p:cNvPr>
          <p:cNvCxnSpPr>
            <a:cxnSpLocks/>
          </p:cNvCxnSpPr>
          <p:nvPr/>
        </p:nvCxnSpPr>
        <p:spPr>
          <a:xfrm>
            <a:off x="6765956" y="5643326"/>
            <a:ext cx="47530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7" name="제목 1">
            <a:extLst>
              <a:ext uri="{FF2B5EF4-FFF2-40B4-BE49-F238E27FC236}">
                <a16:creationId xmlns:a16="http://schemas.microsoft.com/office/drawing/2014/main" id="{82A537CA-1131-76F7-A081-A99A0CFA99B7}"/>
              </a:ext>
            </a:extLst>
          </p:cNvPr>
          <p:cNvSpPr txBox="1">
            <a:spLocks/>
          </p:cNvSpPr>
          <p:nvPr/>
        </p:nvSpPr>
        <p:spPr>
          <a:xfrm>
            <a:off x="7286531" y="5210901"/>
            <a:ext cx="2753763" cy="1135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1900"/>
              </a:lnSpc>
            </a:pPr>
            <a:r>
              <a:rPr lang="ko-KR" altLang="en-US" sz="1600" b="1" dirty="0">
                <a:solidFill>
                  <a:srgbClr val="FF0000"/>
                </a:solidFill>
              </a:rPr>
              <a:t>도</a:t>
            </a:r>
            <a:r>
              <a:rPr lang="en-US" altLang="ko-KR" sz="1600" b="1" dirty="0">
                <a:solidFill>
                  <a:srgbClr val="FF0000"/>
                </a:solidFill>
              </a:rPr>
              <a:t>? </a:t>
            </a:r>
            <a:r>
              <a:rPr lang="ko-KR" altLang="en-US" sz="1600" b="1" dirty="0">
                <a:solidFill>
                  <a:srgbClr val="FF0000"/>
                </a:solidFill>
              </a:rPr>
              <a:t>잘못 </a:t>
            </a:r>
            <a:r>
              <a:rPr lang="ko-KR" altLang="en-US" sz="1600" b="1" dirty="0" err="1">
                <a:solidFill>
                  <a:srgbClr val="FF0000"/>
                </a:solidFill>
              </a:rPr>
              <a:t>기재된것</a:t>
            </a:r>
            <a:r>
              <a:rPr lang="ko-KR" altLang="en-US" sz="1600" b="1" dirty="0">
                <a:solidFill>
                  <a:srgbClr val="FF0000"/>
                </a:solidFill>
              </a:rPr>
              <a:t> 같아요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pPr>
              <a:lnSpc>
                <a:spcPts val="1900"/>
              </a:lnSpc>
            </a:pPr>
            <a:r>
              <a:rPr lang="ko-KR" altLang="en-US" sz="1600" b="1" dirty="0">
                <a:solidFill>
                  <a:srgbClr val="FF0000"/>
                </a:solidFill>
              </a:rPr>
              <a:t>수정 </a:t>
            </a:r>
            <a:r>
              <a:rPr lang="ko-KR" altLang="en-US" sz="1600" b="1" dirty="0" err="1">
                <a:solidFill>
                  <a:srgbClr val="FF0000"/>
                </a:solidFill>
              </a:rPr>
              <a:t>부탁드려요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031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스크린샷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4035829-4C71-3FC1-CF1F-7283DBEE63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96" y="404230"/>
            <a:ext cx="7467194" cy="4351338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15D93A6-0EFC-40AE-B482-416D9277182D}"/>
              </a:ext>
            </a:extLst>
          </p:cNvPr>
          <p:cNvCxnSpPr>
            <a:cxnSpLocks/>
          </p:cNvCxnSpPr>
          <p:nvPr/>
        </p:nvCxnSpPr>
        <p:spPr>
          <a:xfrm>
            <a:off x="841972" y="1385180"/>
            <a:ext cx="650944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2FA72A0-8AD6-AFCA-F773-4E8560DCCA09}"/>
              </a:ext>
            </a:extLst>
          </p:cNvPr>
          <p:cNvCxnSpPr>
            <a:cxnSpLocks/>
          </p:cNvCxnSpPr>
          <p:nvPr/>
        </p:nvCxnSpPr>
        <p:spPr>
          <a:xfrm>
            <a:off x="1394233" y="2553078"/>
            <a:ext cx="76049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901E96F-44A0-9622-2635-8CC36336C83F}"/>
              </a:ext>
            </a:extLst>
          </p:cNvPr>
          <p:cNvCxnSpPr>
            <a:cxnSpLocks/>
          </p:cNvCxnSpPr>
          <p:nvPr/>
        </p:nvCxnSpPr>
        <p:spPr>
          <a:xfrm>
            <a:off x="6064312" y="2569676"/>
            <a:ext cx="76049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F17F1C2-D3B1-E337-F01D-6B3CA92A07BC}"/>
              </a:ext>
            </a:extLst>
          </p:cNvPr>
          <p:cNvCxnSpPr>
            <a:cxnSpLocks/>
          </p:cNvCxnSpPr>
          <p:nvPr/>
        </p:nvCxnSpPr>
        <p:spPr>
          <a:xfrm>
            <a:off x="3699849" y="2577221"/>
            <a:ext cx="76049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제목 1">
            <a:extLst>
              <a:ext uri="{FF2B5EF4-FFF2-40B4-BE49-F238E27FC236}">
                <a16:creationId xmlns:a16="http://schemas.microsoft.com/office/drawing/2014/main" id="{2B48CDF4-9234-4387-2482-91DFE3D9740D}"/>
              </a:ext>
            </a:extLst>
          </p:cNvPr>
          <p:cNvSpPr txBox="1">
            <a:spLocks/>
          </p:cNvSpPr>
          <p:nvPr/>
        </p:nvSpPr>
        <p:spPr>
          <a:xfrm>
            <a:off x="7604911" y="1174565"/>
            <a:ext cx="1356511" cy="4444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>
                <a:solidFill>
                  <a:srgbClr val="FF0000"/>
                </a:solidFill>
              </a:rPr>
              <a:t>사진삭제</a:t>
            </a:r>
            <a:endParaRPr lang="ko-KR" altLang="en-US" sz="1800" b="1" dirty="0">
              <a:solidFill>
                <a:srgbClr val="FF0000"/>
              </a:solidFill>
            </a:endParaRP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025A981E-CA99-7E27-3957-4CCD40DE221E}"/>
              </a:ext>
            </a:extLst>
          </p:cNvPr>
          <p:cNvSpPr txBox="1">
            <a:spLocks/>
          </p:cNvSpPr>
          <p:nvPr/>
        </p:nvSpPr>
        <p:spPr>
          <a:xfrm>
            <a:off x="2162271" y="2404327"/>
            <a:ext cx="644304" cy="3298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b="1" dirty="0">
                <a:solidFill>
                  <a:srgbClr val="FF0000"/>
                </a:solidFill>
              </a:rPr>
              <a:t>삭제</a:t>
            </a:r>
          </a:p>
        </p:txBody>
      </p:sp>
      <p:sp>
        <p:nvSpPr>
          <p:cNvPr id="19" name="제목 1">
            <a:extLst>
              <a:ext uri="{FF2B5EF4-FFF2-40B4-BE49-F238E27FC236}">
                <a16:creationId xmlns:a16="http://schemas.microsoft.com/office/drawing/2014/main" id="{E306CF92-5886-E345-341D-AD5939A835BD}"/>
              </a:ext>
            </a:extLst>
          </p:cNvPr>
          <p:cNvSpPr txBox="1">
            <a:spLocks/>
          </p:cNvSpPr>
          <p:nvPr/>
        </p:nvSpPr>
        <p:spPr>
          <a:xfrm>
            <a:off x="4424129" y="2420925"/>
            <a:ext cx="644304" cy="3298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b="1" dirty="0">
                <a:solidFill>
                  <a:srgbClr val="FF0000"/>
                </a:solidFill>
              </a:rPr>
              <a:t>삭제</a:t>
            </a:r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50F98DDC-2326-20D1-E802-4DF9C810D74E}"/>
              </a:ext>
            </a:extLst>
          </p:cNvPr>
          <p:cNvSpPr txBox="1">
            <a:spLocks/>
          </p:cNvSpPr>
          <p:nvPr/>
        </p:nvSpPr>
        <p:spPr>
          <a:xfrm>
            <a:off x="6758414" y="2374149"/>
            <a:ext cx="644304" cy="3298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b="1" dirty="0">
                <a:solidFill>
                  <a:srgbClr val="FF0000"/>
                </a:solidFill>
              </a:rPr>
              <a:t>삭제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DDE1CAA-F4B5-8E33-23DF-5543F7050E72}"/>
              </a:ext>
            </a:extLst>
          </p:cNvPr>
          <p:cNvCxnSpPr>
            <a:cxnSpLocks/>
          </p:cNvCxnSpPr>
          <p:nvPr/>
        </p:nvCxnSpPr>
        <p:spPr>
          <a:xfrm>
            <a:off x="986828" y="3539905"/>
            <a:ext cx="6237837" cy="78765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E8C78761-9219-ECD4-11A1-E42066A39792}"/>
              </a:ext>
            </a:extLst>
          </p:cNvPr>
          <p:cNvCxnSpPr>
            <a:cxnSpLocks/>
          </p:cNvCxnSpPr>
          <p:nvPr/>
        </p:nvCxnSpPr>
        <p:spPr>
          <a:xfrm flipV="1">
            <a:off x="1032095" y="3576119"/>
            <a:ext cx="6219731" cy="72427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제목 1">
            <a:extLst>
              <a:ext uri="{FF2B5EF4-FFF2-40B4-BE49-F238E27FC236}">
                <a16:creationId xmlns:a16="http://schemas.microsoft.com/office/drawing/2014/main" id="{F72F8049-F89C-5B1B-3F11-E2D413FE0702}"/>
              </a:ext>
            </a:extLst>
          </p:cNvPr>
          <p:cNvSpPr txBox="1">
            <a:spLocks/>
          </p:cNvSpPr>
          <p:nvPr/>
        </p:nvSpPr>
        <p:spPr>
          <a:xfrm>
            <a:off x="7191472" y="3794034"/>
            <a:ext cx="644304" cy="3298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b="1" dirty="0">
                <a:solidFill>
                  <a:srgbClr val="FF0000"/>
                </a:solidFill>
              </a:rPr>
              <a:t>삭제</a:t>
            </a:r>
          </a:p>
        </p:txBody>
      </p:sp>
      <p:sp>
        <p:nvSpPr>
          <p:cNvPr id="29" name="화살표: 아래쪽 28">
            <a:extLst>
              <a:ext uri="{FF2B5EF4-FFF2-40B4-BE49-F238E27FC236}">
                <a16:creationId xmlns:a16="http://schemas.microsoft.com/office/drawing/2014/main" id="{38FC851B-7CCB-609C-8172-03708224B172}"/>
              </a:ext>
            </a:extLst>
          </p:cNvPr>
          <p:cNvSpPr/>
          <p:nvPr/>
        </p:nvSpPr>
        <p:spPr>
          <a:xfrm>
            <a:off x="3965418" y="3349782"/>
            <a:ext cx="298764" cy="172016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제목 1">
            <a:extLst>
              <a:ext uri="{FF2B5EF4-FFF2-40B4-BE49-F238E27FC236}">
                <a16:creationId xmlns:a16="http://schemas.microsoft.com/office/drawing/2014/main" id="{E8F5910C-2A18-4133-07CE-0832B6E9B19E}"/>
              </a:ext>
            </a:extLst>
          </p:cNvPr>
          <p:cNvSpPr txBox="1">
            <a:spLocks/>
          </p:cNvSpPr>
          <p:nvPr/>
        </p:nvSpPr>
        <p:spPr>
          <a:xfrm>
            <a:off x="3204927" y="5002671"/>
            <a:ext cx="2209046" cy="827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 b="1" dirty="0">
                <a:solidFill>
                  <a:srgbClr val="FF0000"/>
                </a:solidFill>
              </a:rPr>
              <a:t>내용수정</a:t>
            </a:r>
            <a:r>
              <a:rPr lang="en-US" altLang="ko-KR" sz="1600" b="1" dirty="0">
                <a:solidFill>
                  <a:srgbClr val="FF0000"/>
                </a:solidFill>
              </a:rPr>
              <a:t>: AI</a:t>
            </a:r>
            <a:r>
              <a:rPr lang="ko-KR" altLang="en-US" sz="1600" b="1" dirty="0">
                <a:solidFill>
                  <a:srgbClr val="FF0000"/>
                </a:solidFill>
              </a:rPr>
              <a:t>시대 인문학과 놀자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9605961E-26B5-56CC-CBF3-9143C86D3F47}"/>
              </a:ext>
            </a:extLst>
          </p:cNvPr>
          <p:cNvCxnSpPr>
            <a:cxnSpLocks/>
          </p:cNvCxnSpPr>
          <p:nvPr/>
        </p:nvCxnSpPr>
        <p:spPr>
          <a:xfrm flipH="1">
            <a:off x="4991477" y="2761307"/>
            <a:ext cx="69410" cy="5975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CA8E4568-2357-C0D2-0969-4E8B6A37FA4E}"/>
              </a:ext>
            </a:extLst>
          </p:cNvPr>
          <p:cNvCxnSpPr>
            <a:cxnSpLocks/>
          </p:cNvCxnSpPr>
          <p:nvPr/>
        </p:nvCxnSpPr>
        <p:spPr>
          <a:xfrm>
            <a:off x="3232087" y="3342238"/>
            <a:ext cx="174731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1A71C7C4-F576-5484-6E75-5FE5CEAF4CE1}"/>
              </a:ext>
            </a:extLst>
          </p:cNvPr>
          <p:cNvCxnSpPr>
            <a:cxnSpLocks/>
          </p:cNvCxnSpPr>
          <p:nvPr/>
        </p:nvCxnSpPr>
        <p:spPr>
          <a:xfrm>
            <a:off x="3168713" y="2752254"/>
            <a:ext cx="189217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5ADC29B-7958-BB9A-6201-AFC1F8396A90}"/>
              </a:ext>
            </a:extLst>
          </p:cNvPr>
          <p:cNvCxnSpPr>
            <a:cxnSpLocks/>
          </p:cNvCxnSpPr>
          <p:nvPr/>
        </p:nvCxnSpPr>
        <p:spPr>
          <a:xfrm>
            <a:off x="3185311" y="2750744"/>
            <a:ext cx="82990" cy="5809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260D8830-D6F8-6F56-52ED-77E544905FD7}"/>
              </a:ext>
            </a:extLst>
          </p:cNvPr>
          <p:cNvCxnSpPr>
            <a:cxnSpLocks/>
          </p:cNvCxnSpPr>
          <p:nvPr/>
        </p:nvCxnSpPr>
        <p:spPr>
          <a:xfrm>
            <a:off x="5448678" y="2750746"/>
            <a:ext cx="189217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2D5B7924-8143-4DEA-B7CF-BA1DF9C7D1DD}"/>
              </a:ext>
            </a:extLst>
          </p:cNvPr>
          <p:cNvCxnSpPr>
            <a:cxnSpLocks/>
          </p:cNvCxnSpPr>
          <p:nvPr/>
        </p:nvCxnSpPr>
        <p:spPr>
          <a:xfrm flipH="1">
            <a:off x="7262388" y="2741691"/>
            <a:ext cx="69410" cy="5975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0B78DBE0-3FB9-633B-A388-082686381284}"/>
              </a:ext>
            </a:extLst>
          </p:cNvPr>
          <p:cNvCxnSpPr>
            <a:cxnSpLocks/>
          </p:cNvCxnSpPr>
          <p:nvPr/>
        </p:nvCxnSpPr>
        <p:spPr>
          <a:xfrm>
            <a:off x="5584479" y="3322622"/>
            <a:ext cx="174731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5775E463-40D8-4F16-5E41-077C4D5C6632}"/>
              </a:ext>
            </a:extLst>
          </p:cNvPr>
          <p:cNvCxnSpPr>
            <a:cxnSpLocks/>
          </p:cNvCxnSpPr>
          <p:nvPr/>
        </p:nvCxnSpPr>
        <p:spPr>
          <a:xfrm>
            <a:off x="5483382" y="2758288"/>
            <a:ext cx="82990" cy="5809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화살표: 아래쪽 54">
            <a:extLst>
              <a:ext uri="{FF2B5EF4-FFF2-40B4-BE49-F238E27FC236}">
                <a16:creationId xmlns:a16="http://schemas.microsoft.com/office/drawing/2014/main" id="{1F975E86-5D15-5417-0298-305CBA34A4A5}"/>
              </a:ext>
            </a:extLst>
          </p:cNvPr>
          <p:cNvSpPr/>
          <p:nvPr/>
        </p:nvSpPr>
        <p:spPr>
          <a:xfrm>
            <a:off x="6236329" y="3312059"/>
            <a:ext cx="298764" cy="172016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제목 1">
            <a:extLst>
              <a:ext uri="{FF2B5EF4-FFF2-40B4-BE49-F238E27FC236}">
                <a16:creationId xmlns:a16="http://schemas.microsoft.com/office/drawing/2014/main" id="{995A596E-25B8-A04B-64DB-6BB71C9DAA38}"/>
              </a:ext>
            </a:extLst>
          </p:cNvPr>
          <p:cNvSpPr txBox="1">
            <a:spLocks/>
          </p:cNvSpPr>
          <p:nvPr/>
        </p:nvSpPr>
        <p:spPr>
          <a:xfrm>
            <a:off x="5539211" y="4955895"/>
            <a:ext cx="2364463" cy="827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 b="1" dirty="0">
                <a:solidFill>
                  <a:srgbClr val="FF0000"/>
                </a:solidFill>
              </a:rPr>
              <a:t>내용수정</a:t>
            </a:r>
            <a:r>
              <a:rPr lang="en-US" altLang="ko-KR" sz="1600" b="1" dirty="0">
                <a:solidFill>
                  <a:srgbClr val="FF0000"/>
                </a:solidFill>
              </a:rPr>
              <a:t>: </a:t>
            </a:r>
            <a:r>
              <a:rPr lang="ko-KR" altLang="en-US" sz="1600" b="1" dirty="0">
                <a:solidFill>
                  <a:srgbClr val="FF0000"/>
                </a:solidFill>
              </a:rPr>
              <a:t>한국학을 공부해야 하는 이유</a:t>
            </a:r>
          </a:p>
        </p:txBody>
      </p:sp>
    </p:spTree>
    <p:extLst>
      <p:ext uri="{BB962C8B-B14F-4D97-AF65-F5344CB8AC3E}">
        <p14:creationId xmlns:p14="http://schemas.microsoft.com/office/powerpoint/2010/main" val="982350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28962E-B90B-13E3-ED7D-DA935CD2D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230" y="802581"/>
            <a:ext cx="6629518" cy="5027849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16AD90B-E8DC-2432-DE1F-90D9662E3126}"/>
              </a:ext>
            </a:extLst>
          </p:cNvPr>
          <p:cNvCxnSpPr>
            <a:cxnSpLocks/>
          </p:cNvCxnSpPr>
          <p:nvPr/>
        </p:nvCxnSpPr>
        <p:spPr>
          <a:xfrm>
            <a:off x="6581869" y="4861710"/>
            <a:ext cx="139423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5746F7A-EC24-043A-6F69-97F6362A84CB}"/>
              </a:ext>
            </a:extLst>
          </p:cNvPr>
          <p:cNvCxnSpPr>
            <a:cxnSpLocks/>
          </p:cNvCxnSpPr>
          <p:nvPr/>
        </p:nvCxnSpPr>
        <p:spPr>
          <a:xfrm>
            <a:off x="5521105" y="3022349"/>
            <a:ext cx="5809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2F2A3F-85F1-D9F2-B13B-D33E6533D9C8}"/>
              </a:ext>
            </a:extLst>
          </p:cNvPr>
          <p:cNvCxnSpPr>
            <a:cxnSpLocks/>
          </p:cNvCxnSpPr>
          <p:nvPr/>
        </p:nvCxnSpPr>
        <p:spPr>
          <a:xfrm>
            <a:off x="4572000" y="3038946"/>
            <a:ext cx="42551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1DFBBE8-0257-DEA7-ADD0-C43D9206C5B0}"/>
              </a:ext>
            </a:extLst>
          </p:cNvPr>
          <p:cNvCxnSpPr>
            <a:cxnSpLocks/>
          </p:cNvCxnSpPr>
          <p:nvPr/>
        </p:nvCxnSpPr>
        <p:spPr>
          <a:xfrm>
            <a:off x="4635374" y="1688472"/>
            <a:ext cx="6699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0DCAF770-E985-D0D8-07A7-CE6A048F3684}"/>
              </a:ext>
            </a:extLst>
          </p:cNvPr>
          <p:cNvSpPr/>
          <p:nvPr/>
        </p:nvSpPr>
        <p:spPr>
          <a:xfrm rot="20352386" flipV="1">
            <a:off x="5265513" y="3347175"/>
            <a:ext cx="952731" cy="29713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9543A5C7-42B0-F5CE-49C5-41EC0B8F7603}"/>
              </a:ext>
            </a:extLst>
          </p:cNvPr>
          <p:cNvSpPr txBox="1">
            <a:spLocks/>
          </p:cNvSpPr>
          <p:nvPr/>
        </p:nvSpPr>
        <p:spPr>
          <a:xfrm>
            <a:off x="6083929" y="2767974"/>
            <a:ext cx="3159659" cy="7809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b="1" dirty="0">
                <a:solidFill>
                  <a:srgbClr val="FF0000"/>
                </a:solidFill>
              </a:rPr>
              <a:t>전략기획실이 </a:t>
            </a:r>
            <a:r>
              <a:rPr lang="ko-KR" altLang="en-US" sz="1400" b="1" dirty="0" err="1">
                <a:solidFill>
                  <a:srgbClr val="FF0000"/>
                </a:solidFill>
              </a:rPr>
              <a:t>제니킴</a:t>
            </a:r>
            <a:r>
              <a:rPr lang="ko-KR" altLang="en-US" sz="1400" b="1" dirty="0">
                <a:solidFill>
                  <a:srgbClr val="FF0000"/>
                </a:solidFill>
              </a:rPr>
              <a:t> 옆라인으로 이동해주세요</a:t>
            </a:r>
          </a:p>
        </p:txBody>
      </p:sp>
      <p:sp>
        <p:nvSpPr>
          <p:cNvPr id="23" name="제목 1">
            <a:extLst>
              <a:ext uri="{FF2B5EF4-FFF2-40B4-BE49-F238E27FC236}">
                <a16:creationId xmlns:a16="http://schemas.microsoft.com/office/drawing/2014/main" id="{BB93C4AC-7F9C-5B4B-C238-A4AE4ACE0F26}"/>
              </a:ext>
            </a:extLst>
          </p:cNvPr>
          <p:cNvSpPr txBox="1">
            <a:spLocks/>
          </p:cNvSpPr>
          <p:nvPr/>
        </p:nvSpPr>
        <p:spPr>
          <a:xfrm>
            <a:off x="7929327" y="4631480"/>
            <a:ext cx="2464051" cy="4444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 b="1" dirty="0">
                <a:solidFill>
                  <a:srgbClr val="FF0000"/>
                </a:solidFill>
              </a:rPr>
              <a:t>한국문학으로 수정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15630736-0717-6D57-A64A-C7E47C9F5132}"/>
              </a:ext>
            </a:extLst>
          </p:cNvPr>
          <p:cNvCxnSpPr>
            <a:cxnSpLocks/>
          </p:cNvCxnSpPr>
          <p:nvPr/>
        </p:nvCxnSpPr>
        <p:spPr>
          <a:xfrm flipV="1">
            <a:off x="1674891" y="5169529"/>
            <a:ext cx="6654297" cy="5251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4442438-E83E-900B-DE69-2C51755DB9C6}"/>
              </a:ext>
            </a:extLst>
          </p:cNvPr>
          <p:cNvCxnSpPr>
            <a:cxnSpLocks/>
          </p:cNvCxnSpPr>
          <p:nvPr/>
        </p:nvCxnSpPr>
        <p:spPr>
          <a:xfrm>
            <a:off x="1871049" y="5202724"/>
            <a:ext cx="6412872" cy="4647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제목 1">
            <a:extLst>
              <a:ext uri="{FF2B5EF4-FFF2-40B4-BE49-F238E27FC236}">
                <a16:creationId xmlns:a16="http://schemas.microsoft.com/office/drawing/2014/main" id="{18818D35-1AF5-FF2A-2C67-7FB0C4F1A5F1}"/>
              </a:ext>
            </a:extLst>
          </p:cNvPr>
          <p:cNvSpPr txBox="1">
            <a:spLocks/>
          </p:cNvSpPr>
          <p:nvPr/>
        </p:nvSpPr>
        <p:spPr>
          <a:xfrm>
            <a:off x="4659518" y="5435729"/>
            <a:ext cx="1044166" cy="4444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 b="1" dirty="0">
                <a:solidFill>
                  <a:srgbClr val="FF0000"/>
                </a:solidFill>
              </a:rPr>
              <a:t>삭제</a:t>
            </a:r>
          </a:p>
        </p:txBody>
      </p:sp>
      <p:sp>
        <p:nvSpPr>
          <p:cNvPr id="30" name="제목 1">
            <a:extLst>
              <a:ext uri="{FF2B5EF4-FFF2-40B4-BE49-F238E27FC236}">
                <a16:creationId xmlns:a16="http://schemas.microsoft.com/office/drawing/2014/main" id="{1E00971E-B837-6B33-7128-6883A1A9D364}"/>
              </a:ext>
            </a:extLst>
          </p:cNvPr>
          <p:cNvSpPr txBox="1">
            <a:spLocks/>
          </p:cNvSpPr>
          <p:nvPr/>
        </p:nvSpPr>
        <p:spPr>
          <a:xfrm>
            <a:off x="1951023" y="346173"/>
            <a:ext cx="1044166" cy="4444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 b="1" dirty="0">
                <a:solidFill>
                  <a:srgbClr val="FF0000"/>
                </a:solidFill>
              </a:rPr>
              <a:t>조직도</a:t>
            </a:r>
          </a:p>
        </p:txBody>
      </p:sp>
      <p:sp>
        <p:nvSpPr>
          <p:cNvPr id="32" name="제목 1">
            <a:extLst>
              <a:ext uri="{FF2B5EF4-FFF2-40B4-BE49-F238E27FC236}">
                <a16:creationId xmlns:a16="http://schemas.microsoft.com/office/drawing/2014/main" id="{1471F7B8-A5F9-548B-3A19-27386C77BFD9}"/>
              </a:ext>
            </a:extLst>
          </p:cNvPr>
          <p:cNvSpPr txBox="1">
            <a:spLocks/>
          </p:cNvSpPr>
          <p:nvPr/>
        </p:nvSpPr>
        <p:spPr>
          <a:xfrm>
            <a:off x="5246483" y="1477856"/>
            <a:ext cx="1507401" cy="4444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solidFill>
                  <a:srgbClr val="FF0000"/>
                </a:solidFill>
              </a:rPr>
              <a:t>KING</a:t>
            </a:r>
            <a:r>
              <a:rPr lang="ko-KR" altLang="en-US" sz="1400" b="1" dirty="0">
                <a:solidFill>
                  <a:srgbClr val="FF0000"/>
                </a:solidFill>
              </a:rPr>
              <a:t> 로 수정</a:t>
            </a:r>
          </a:p>
        </p:txBody>
      </p:sp>
    </p:spTree>
    <p:extLst>
      <p:ext uri="{BB962C8B-B14F-4D97-AF65-F5344CB8AC3E}">
        <p14:creationId xmlns:p14="http://schemas.microsoft.com/office/powerpoint/2010/main" val="1141705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A9A6FB3-B868-2736-7EF1-47EAE0115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49" y="2420350"/>
            <a:ext cx="2409825" cy="342900"/>
          </a:xfrm>
          <a:prstGeom prst="rect">
            <a:avLst/>
          </a:prstGeom>
        </p:spPr>
      </p:pic>
      <p:pic>
        <p:nvPicPr>
          <p:cNvPr id="7" name="그림 6" descr="텍스트, 폰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AB55E2-442D-D446-336A-AD55538B65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08" y="400758"/>
            <a:ext cx="3515008" cy="960350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5366A0A-11D6-2D9A-3AF2-5DFBA5D60086}"/>
              </a:ext>
            </a:extLst>
          </p:cNvPr>
          <p:cNvCxnSpPr>
            <a:cxnSpLocks/>
          </p:cNvCxnSpPr>
          <p:nvPr/>
        </p:nvCxnSpPr>
        <p:spPr>
          <a:xfrm>
            <a:off x="596020" y="2614943"/>
            <a:ext cx="36364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AD17D7C-7C59-A0DA-154D-8BB4836C3102}"/>
              </a:ext>
            </a:extLst>
          </p:cNvPr>
          <p:cNvCxnSpPr>
            <a:cxnSpLocks/>
          </p:cNvCxnSpPr>
          <p:nvPr/>
        </p:nvCxnSpPr>
        <p:spPr>
          <a:xfrm>
            <a:off x="648831" y="1092451"/>
            <a:ext cx="29725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제목 1">
            <a:extLst>
              <a:ext uri="{FF2B5EF4-FFF2-40B4-BE49-F238E27FC236}">
                <a16:creationId xmlns:a16="http://schemas.microsoft.com/office/drawing/2014/main" id="{018FDD7B-F0D0-D02B-6339-19949464A135}"/>
              </a:ext>
            </a:extLst>
          </p:cNvPr>
          <p:cNvSpPr txBox="1">
            <a:spLocks/>
          </p:cNvSpPr>
          <p:nvPr/>
        </p:nvSpPr>
        <p:spPr>
          <a:xfrm>
            <a:off x="3582155" y="899942"/>
            <a:ext cx="1044166" cy="4444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 b="1" dirty="0">
                <a:solidFill>
                  <a:srgbClr val="FF0000"/>
                </a:solidFill>
              </a:rPr>
              <a:t>삭제</a:t>
            </a:r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DBDAE353-C92D-098F-C5FD-A4E1CFCBD26B}"/>
              </a:ext>
            </a:extLst>
          </p:cNvPr>
          <p:cNvSpPr txBox="1">
            <a:spLocks/>
          </p:cNvSpPr>
          <p:nvPr/>
        </p:nvSpPr>
        <p:spPr>
          <a:xfrm rot="10800000" flipV="1">
            <a:off x="95061" y="2429347"/>
            <a:ext cx="1044166" cy="404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 b="1" dirty="0">
                <a:solidFill>
                  <a:srgbClr val="FF0000"/>
                </a:solidFill>
              </a:rPr>
              <a:t>삭제</a:t>
            </a:r>
          </a:p>
        </p:txBody>
      </p:sp>
      <p:pic>
        <p:nvPicPr>
          <p:cNvPr id="19" name="그림 18" descr="텍스트, 폰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5AB7BA-CFDA-5229-3BA3-4420E23781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00" y="3151650"/>
            <a:ext cx="3095625" cy="1419225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76A6DEF-7518-26B8-0AA8-1A39336CFD40}"/>
              </a:ext>
            </a:extLst>
          </p:cNvPr>
          <p:cNvCxnSpPr>
            <a:cxnSpLocks/>
            <a:endCxn id="21" idx="3"/>
          </p:cNvCxnSpPr>
          <p:nvPr/>
        </p:nvCxnSpPr>
        <p:spPr>
          <a:xfrm>
            <a:off x="285596" y="4220724"/>
            <a:ext cx="3339853" cy="230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제목 1">
            <a:extLst>
              <a:ext uri="{FF2B5EF4-FFF2-40B4-BE49-F238E27FC236}">
                <a16:creationId xmlns:a16="http://schemas.microsoft.com/office/drawing/2014/main" id="{8F519053-F29B-C2EF-BBE3-81F1952E5DC2}"/>
              </a:ext>
            </a:extLst>
          </p:cNvPr>
          <p:cNvSpPr txBox="1">
            <a:spLocks/>
          </p:cNvSpPr>
          <p:nvPr/>
        </p:nvSpPr>
        <p:spPr>
          <a:xfrm rot="10851438" flipV="1">
            <a:off x="3625391" y="4049396"/>
            <a:ext cx="1044166" cy="404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 b="1" dirty="0">
                <a:solidFill>
                  <a:srgbClr val="FF0000"/>
                </a:solidFill>
              </a:rPr>
              <a:t>삭제</a:t>
            </a:r>
          </a:p>
        </p:txBody>
      </p:sp>
      <p:pic>
        <p:nvPicPr>
          <p:cNvPr id="25" name="그림 24" descr="텍스트, 폰트, 스크린샷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A2086E-D38A-1B2B-8826-BE86623E3E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96" y="5111954"/>
            <a:ext cx="3670378" cy="1071563"/>
          </a:xfrm>
          <a:prstGeom prst="rect">
            <a:avLst/>
          </a:prstGeom>
        </p:spPr>
      </p:pic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413C6CFD-5A02-1339-3E03-744ABED267DC}"/>
              </a:ext>
            </a:extLst>
          </p:cNvPr>
          <p:cNvCxnSpPr>
            <a:cxnSpLocks/>
          </p:cNvCxnSpPr>
          <p:nvPr/>
        </p:nvCxnSpPr>
        <p:spPr>
          <a:xfrm>
            <a:off x="437996" y="5803572"/>
            <a:ext cx="3339795" cy="308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제목 1">
            <a:extLst>
              <a:ext uri="{FF2B5EF4-FFF2-40B4-BE49-F238E27FC236}">
                <a16:creationId xmlns:a16="http://schemas.microsoft.com/office/drawing/2014/main" id="{C1ADA472-BDB0-A5CF-205B-4F01E23FF0D4}"/>
              </a:ext>
            </a:extLst>
          </p:cNvPr>
          <p:cNvSpPr txBox="1">
            <a:spLocks/>
          </p:cNvSpPr>
          <p:nvPr/>
        </p:nvSpPr>
        <p:spPr>
          <a:xfrm rot="10851438" flipV="1">
            <a:off x="3777790" y="5659404"/>
            <a:ext cx="1044166" cy="404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 b="1" dirty="0">
                <a:solidFill>
                  <a:srgbClr val="FF0000"/>
                </a:solidFill>
              </a:rPr>
              <a:t>삭제</a:t>
            </a:r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5DE92BEA-D633-4E95-B35C-194AAA3E0D56}"/>
              </a:ext>
            </a:extLst>
          </p:cNvPr>
          <p:cNvSpPr/>
          <p:nvPr/>
        </p:nvSpPr>
        <p:spPr>
          <a:xfrm>
            <a:off x="3005751" y="2489702"/>
            <a:ext cx="805758" cy="24444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제목 1">
            <a:extLst>
              <a:ext uri="{FF2B5EF4-FFF2-40B4-BE49-F238E27FC236}">
                <a16:creationId xmlns:a16="http://schemas.microsoft.com/office/drawing/2014/main" id="{ACE792E5-57FA-3DB3-D891-868AB70C920F}"/>
              </a:ext>
            </a:extLst>
          </p:cNvPr>
          <p:cNvSpPr txBox="1">
            <a:spLocks/>
          </p:cNvSpPr>
          <p:nvPr/>
        </p:nvSpPr>
        <p:spPr>
          <a:xfrm rot="10800000" flipV="1">
            <a:off x="3786813" y="2440128"/>
            <a:ext cx="1546422" cy="404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 b="1" dirty="0">
                <a:solidFill>
                  <a:srgbClr val="FF0000"/>
                </a:solidFill>
              </a:rPr>
              <a:t>글씨 키워주세요</a:t>
            </a:r>
          </a:p>
        </p:txBody>
      </p:sp>
      <p:pic>
        <p:nvPicPr>
          <p:cNvPr id="34" name="그림 3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5C3BBB-8E93-28BD-01B0-2D511AB3C4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219" y="191537"/>
            <a:ext cx="3479737" cy="3286418"/>
          </a:xfrm>
          <a:prstGeom prst="rect">
            <a:avLst/>
          </a:prstGeom>
        </p:spPr>
      </p:pic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6D8A8FC-D9C7-E348-8BF7-CD2A49343043}"/>
              </a:ext>
            </a:extLst>
          </p:cNvPr>
          <p:cNvCxnSpPr>
            <a:cxnSpLocks/>
          </p:cNvCxnSpPr>
          <p:nvPr/>
        </p:nvCxnSpPr>
        <p:spPr>
          <a:xfrm flipV="1">
            <a:off x="6518496" y="892488"/>
            <a:ext cx="3053571" cy="23033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816C99E-CD21-A63E-28F8-CDC3EA55368C}"/>
              </a:ext>
            </a:extLst>
          </p:cNvPr>
          <p:cNvCxnSpPr>
            <a:cxnSpLocks/>
          </p:cNvCxnSpPr>
          <p:nvPr/>
        </p:nvCxnSpPr>
        <p:spPr>
          <a:xfrm>
            <a:off x="6565683" y="895084"/>
            <a:ext cx="3112472" cy="241848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제목 1">
            <a:extLst>
              <a:ext uri="{FF2B5EF4-FFF2-40B4-BE49-F238E27FC236}">
                <a16:creationId xmlns:a16="http://schemas.microsoft.com/office/drawing/2014/main" id="{83A0C3BE-FD35-B4AD-C69E-98EF4C2CBB3C}"/>
              </a:ext>
            </a:extLst>
          </p:cNvPr>
          <p:cNvSpPr txBox="1">
            <a:spLocks/>
          </p:cNvSpPr>
          <p:nvPr/>
        </p:nvSpPr>
        <p:spPr>
          <a:xfrm rot="10851438" flipV="1">
            <a:off x="7788476" y="2354888"/>
            <a:ext cx="1044166" cy="404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 b="1" dirty="0">
                <a:solidFill>
                  <a:srgbClr val="FF0000"/>
                </a:solidFill>
              </a:rPr>
              <a:t>삭제</a:t>
            </a:r>
          </a:p>
        </p:txBody>
      </p:sp>
      <p:pic>
        <p:nvPicPr>
          <p:cNvPr id="41" name="그림 40" descr="텍스트, 수집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081FBB-4829-62E5-D3A4-49E2881666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877" y="3657600"/>
            <a:ext cx="4316431" cy="3010191"/>
          </a:xfrm>
          <a:prstGeom prst="rect">
            <a:avLst/>
          </a:prstGeom>
        </p:spPr>
      </p:pic>
      <p:sp>
        <p:nvSpPr>
          <p:cNvPr id="42" name="제목 1">
            <a:extLst>
              <a:ext uri="{FF2B5EF4-FFF2-40B4-BE49-F238E27FC236}">
                <a16:creationId xmlns:a16="http://schemas.microsoft.com/office/drawing/2014/main" id="{AB234124-61FB-BCE1-5529-0AB58569E62D}"/>
              </a:ext>
            </a:extLst>
          </p:cNvPr>
          <p:cNvSpPr txBox="1">
            <a:spLocks/>
          </p:cNvSpPr>
          <p:nvPr/>
        </p:nvSpPr>
        <p:spPr>
          <a:xfrm rot="10851438" flipV="1">
            <a:off x="10282819" y="4368757"/>
            <a:ext cx="1792505" cy="19963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>
                <a:solidFill>
                  <a:srgbClr val="FF0000"/>
                </a:solidFill>
              </a:rPr>
              <a:t>5</a:t>
            </a:r>
            <a:r>
              <a:rPr lang="ko-KR" altLang="en-US" sz="1400" b="1" dirty="0">
                <a:solidFill>
                  <a:srgbClr val="FF0000"/>
                </a:solidFill>
              </a:rPr>
              <a:t>대궁그림 다 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ko-KR" altLang="en-US" sz="1400" b="1" dirty="0">
                <a:solidFill>
                  <a:srgbClr val="FF0000"/>
                </a:solidFill>
              </a:rPr>
              <a:t>삭제해주시고 저희가 드린 실물사진으로 넣어주세요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ko-KR" altLang="en-US" sz="1400" b="1" dirty="0">
                <a:solidFill>
                  <a:srgbClr val="FF0000"/>
                </a:solidFill>
              </a:rPr>
              <a:t>그리고 </a:t>
            </a:r>
            <a:r>
              <a:rPr lang="en-US" altLang="ko-KR" sz="1400" b="1" dirty="0">
                <a:solidFill>
                  <a:srgbClr val="FF0000"/>
                </a:solidFill>
              </a:rPr>
              <a:t>5</a:t>
            </a:r>
            <a:r>
              <a:rPr lang="ko-KR" altLang="en-US" sz="1400" b="1" dirty="0">
                <a:solidFill>
                  <a:srgbClr val="FF0000"/>
                </a:solidFill>
              </a:rPr>
              <a:t>대궁 안내도는 다 삭제 해주세요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F06F38CB-2511-D29A-CEDC-CD7B5592B182}"/>
              </a:ext>
            </a:extLst>
          </p:cNvPr>
          <p:cNvCxnSpPr>
            <a:cxnSpLocks/>
          </p:cNvCxnSpPr>
          <p:nvPr/>
        </p:nvCxnSpPr>
        <p:spPr>
          <a:xfrm>
            <a:off x="5920966" y="4137734"/>
            <a:ext cx="411027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EDA3A981-65B1-9DBE-2D2D-47875EDC7D64}"/>
              </a:ext>
            </a:extLst>
          </p:cNvPr>
          <p:cNvCxnSpPr>
            <a:cxnSpLocks/>
          </p:cNvCxnSpPr>
          <p:nvPr/>
        </p:nvCxnSpPr>
        <p:spPr>
          <a:xfrm>
            <a:off x="5955671" y="6037453"/>
            <a:ext cx="411027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276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145</Words>
  <Application>Microsoft Office PowerPoint</Application>
  <PresentationFormat>와이드스크린</PresentationFormat>
  <Paragraphs>55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bqbq34@naver.com</dc:creator>
  <cp:lastModifiedBy>bqbq34@naver.com</cp:lastModifiedBy>
  <cp:revision>8</cp:revision>
  <dcterms:created xsi:type="dcterms:W3CDTF">2026-02-25T08:05:11Z</dcterms:created>
  <dcterms:modified xsi:type="dcterms:W3CDTF">2026-02-25T12:02:03Z</dcterms:modified>
</cp:coreProperties>
</file>