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4089F-3159-4250-B5E9-11B24747400C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E8B7C-3EE4-4DD3-8E46-E6139A430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43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E8B7C-3EE4-4DD3-8E46-E6139A430F5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93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082DB-E14B-9921-8F65-EC512765D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331740-C344-A03C-47E8-3CA024AF2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9EF0C-EBDC-84BE-80DE-E12475B3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E57EC6-756A-2367-F6D7-43B8BAC3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338F2-DEE1-B134-50DF-1AB0CF56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23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AD516-8928-E3CA-7A10-DF8F84A7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7019D5-E3AE-DA0E-8A13-407D115C7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A3D882-97B8-BC4F-B6E2-2A98E7E0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A6D6D-0990-EBB7-6F18-673A6BFF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CBBBAA-F7D2-6BF8-742E-7269DED9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1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B7608-EB2B-818F-DA8A-AAAE0867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B855BF-FA2F-8931-8F39-C1BEFE25C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61AC4-87B0-7DF3-5944-1E9BAA9C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821D3-5240-6BD5-BB7D-1570BAF5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8C8026-F3C0-13C1-2662-BE4A8873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13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C7C3A-48AC-6372-70A6-0851F367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2A7378-F1D0-F31D-1D9E-F375226C5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27C194-D6CF-E50D-D27A-FF660D1AF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4DF6B9-868F-779A-0393-6E442492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5EE2E5-B679-165A-473A-37AC1A67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410138-10C3-515E-F187-D7273816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53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AD5ED-E332-1CA0-BE95-30060F69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251CE-6545-1FEC-3173-AA3597A49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8A0DAB-518C-FD03-9FAA-C238FEB07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4CCDFA-FC70-2526-D165-2762AA8DD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92FA1C-5C9F-FCFA-2C0B-58104C35C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1674C5-6316-72CD-EE73-DAFC51FF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DD4F4A-0685-4472-3453-98CE4701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F931E3-1DDF-DEDF-A261-09A30148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861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D3C17-8489-6C60-A573-225979B7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7C1E56-F38D-5C68-CF2D-5EC0D7F2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33520A-05E3-8A34-FFA6-C2F01F01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145594-A8E5-1670-5239-8136B139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1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BA80B4-D37A-1ABD-AA8E-2DEFA599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F8DD7F-B7CF-D172-17E2-A4300789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07D4C-C83D-ABA1-5278-0B594DE4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18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9D42A-A83B-2230-9005-4F354E54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9A92BE-FC6F-17B9-D8BD-53C2C83FB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83136-2AA5-EF8C-7B96-0E656877E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92ED92-7446-A90B-6E13-A0034B07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0A7BE9-977A-32D6-DD57-DB0D9FF28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149284-E596-3EED-112C-605E1A06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27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9C6ED-4FFE-2C06-6EC0-740B3842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9940D2-7E26-47A0-D289-F489E89BE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2C541A-5699-A499-C7BE-D593096C8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4ABE53-1D93-BD82-DFC0-BDCA350E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B0CC4-EE64-EAB1-83F2-72444237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F0969C-5480-FF76-09CE-724A5207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60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6636E-8B1D-1DDD-13AD-07F66189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6B554E-E5E8-7B8D-1E89-7864B47FB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0783D4-3F94-A4D7-60F6-79E10744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EB4D2-FA70-7FE9-C3BD-0FA95638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B2A8E-32A1-CF91-619C-D4BFDF79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73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294DC5-16CE-BDB8-5A91-D3DD6A6A7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0931A8-1F38-1100-541D-414C65D2C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250680-C44C-1ED2-FB5D-AF6397EE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13C9FE-1022-931D-CBCC-4D29EA92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5811E-4DE1-CC1E-84DF-FF97F9E8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29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A4AFB8-2BE4-11C4-10B4-D6139808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283394-364D-C7BC-2722-E72BA114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112D35-1851-2AF3-B2BB-4C42635BE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6367D-5AAA-4191-B89D-0BC0B8D3EACA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0D6E1-48A8-D79D-F89E-BEE9F8F8B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51CB0A-C90E-2AF6-F5F9-D0EE91AFB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7AAE3-679C-435B-964A-F224D1D8E5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955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AA717B-5C42-F702-6C34-876F10502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6298" y="2794089"/>
            <a:ext cx="2469892" cy="356516"/>
          </a:xfrm>
        </p:spPr>
        <p:txBody>
          <a:bodyPr>
            <a:norm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Digital Seal</a:t>
            </a:r>
            <a:r>
              <a:rPr lang="ko-KR" altLang="en-US" sz="1600" b="1" dirty="0">
                <a:solidFill>
                  <a:srgbClr val="FF0000"/>
                </a:solidFill>
              </a:rPr>
              <a:t> 로 수정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D9059D-2C7B-9AB8-E19F-1AD9E3F48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24" y="244577"/>
            <a:ext cx="2166309" cy="2469126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6D89603-3B2B-2159-6633-8F4D6F4EEB59}"/>
              </a:ext>
            </a:extLst>
          </p:cNvPr>
          <p:cNvCxnSpPr>
            <a:cxnSpLocks/>
          </p:cNvCxnSpPr>
          <p:nvPr/>
        </p:nvCxnSpPr>
        <p:spPr>
          <a:xfrm>
            <a:off x="950614" y="2046082"/>
            <a:ext cx="46172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0719A2B-BC08-7BAA-7B2B-0256606C4EA4}"/>
              </a:ext>
            </a:extLst>
          </p:cNvPr>
          <p:cNvCxnSpPr>
            <a:cxnSpLocks/>
          </p:cNvCxnSpPr>
          <p:nvPr/>
        </p:nvCxnSpPr>
        <p:spPr>
          <a:xfrm>
            <a:off x="632234" y="2252802"/>
            <a:ext cx="46172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CD41D887-1909-8961-05AD-0F4DC3E2A76F}"/>
              </a:ext>
            </a:extLst>
          </p:cNvPr>
          <p:cNvSpPr/>
          <p:nvPr/>
        </p:nvSpPr>
        <p:spPr>
          <a:xfrm>
            <a:off x="869133" y="2308633"/>
            <a:ext cx="162961" cy="59753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608045ED-372A-3F9B-0BD9-632184947547}"/>
              </a:ext>
            </a:extLst>
          </p:cNvPr>
          <p:cNvSpPr/>
          <p:nvPr/>
        </p:nvSpPr>
        <p:spPr>
          <a:xfrm>
            <a:off x="1229763" y="2089840"/>
            <a:ext cx="146364" cy="81632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405648-251A-77B8-CF32-D18D4072C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125" y="171924"/>
            <a:ext cx="5269067" cy="2555777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4C57E0F-57AF-B254-A708-031C059980AB}"/>
              </a:ext>
            </a:extLst>
          </p:cNvPr>
          <p:cNvCxnSpPr>
            <a:cxnSpLocks/>
          </p:cNvCxnSpPr>
          <p:nvPr/>
        </p:nvCxnSpPr>
        <p:spPr>
          <a:xfrm>
            <a:off x="4561437" y="2261855"/>
            <a:ext cx="17035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7EC68EE-E386-6B94-DDE8-A5F13EDBC5DF}"/>
              </a:ext>
            </a:extLst>
          </p:cNvPr>
          <p:cNvCxnSpPr>
            <a:cxnSpLocks/>
          </p:cNvCxnSpPr>
          <p:nvPr/>
        </p:nvCxnSpPr>
        <p:spPr>
          <a:xfrm>
            <a:off x="7275968" y="648830"/>
            <a:ext cx="194046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B6062808-7E5F-DF18-DB3C-21572A3B9E63}"/>
              </a:ext>
            </a:extLst>
          </p:cNvPr>
          <p:cNvSpPr/>
          <p:nvPr/>
        </p:nvSpPr>
        <p:spPr>
          <a:xfrm>
            <a:off x="9243589" y="534154"/>
            <a:ext cx="660903" cy="27160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86BC9372-96F2-9D61-33CD-611ADE5D0624}"/>
              </a:ext>
            </a:extLst>
          </p:cNvPr>
          <p:cNvSpPr/>
          <p:nvPr/>
        </p:nvSpPr>
        <p:spPr>
          <a:xfrm rot="5400000">
            <a:off x="5069939" y="2426331"/>
            <a:ext cx="497941" cy="31687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부제목 2">
            <a:extLst>
              <a:ext uri="{FF2B5EF4-FFF2-40B4-BE49-F238E27FC236}">
                <a16:creationId xmlns:a16="http://schemas.microsoft.com/office/drawing/2014/main" id="{227CD391-81DB-C999-A572-407EC841B08B}"/>
              </a:ext>
            </a:extLst>
          </p:cNvPr>
          <p:cNvSpPr txBox="1">
            <a:spLocks/>
          </p:cNvSpPr>
          <p:nvPr/>
        </p:nvSpPr>
        <p:spPr>
          <a:xfrm>
            <a:off x="407601" y="3100399"/>
            <a:ext cx="3401961" cy="356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대한제국</a:t>
            </a:r>
            <a:r>
              <a:rPr lang="en-US" altLang="ko-KR" sz="1600" b="1" dirty="0">
                <a:solidFill>
                  <a:srgbClr val="FF0000"/>
                </a:solidFill>
              </a:rPr>
              <a:t>-&gt;</a:t>
            </a:r>
            <a:r>
              <a:rPr lang="ko-KR" altLang="en-US" sz="1600" b="1" dirty="0">
                <a:solidFill>
                  <a:srgbClr val="FF0000"/>
                </a:solidFill>
              </a:rPr>
              <a:t>대한민국으로 수정</a:t>
            </a:r>
          </a:p>
        </p:txBody>
      </p:sp>
      <p:sp>
        <p:nvSpPr>
          <p:cNvPr id="23" name="부제목 2">
            <a:extLst>
              <a:ext uri="{FF2B5EF4-FFF2-40B4-BE49-F238E27FC236}">
                <a16:creationId xmlns:a16="http://schemas.microsoft.com/office/drawing/2014/main" id="{2288848F-AD5D-4EEF-7A68-6310123C95B9}"/>
              </a:ext>
            </a:extLst>
          </p:cNvPr>
          <p:cNvSpPr txBox="1">
            <a:spLocks/>
          </p:cNvSpPr>
          <p:nvPr/>
        </p:nvSpPr>
        <p:spPr>
          <a:xfrm>
            <a:off x="9794535" y="545813"/>
            <a:ext cx="1929702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err="1">
                <a:solidFill>
                  <a:srgbClr val="FF0000"/>
                </a:solidFill>
              </a:rPr>
              <a:t>디지털옥새</a:t>
            </a:r>
            <a:r>
              <a:rPr lang="ko-KR" altLang="en-US" sz="1400" b="1" dirty="0">
                <a:solidFill>
                  <a:srgbClr val="FF0000"/>
                </a:solidFill>
              </a:rPr>
              <a:t> 로 수정</a:t>
            </a:r>
          </a:p>
        </p:txBody>
      </p:sp>
      <p:pic>
        <p:nvPicPr>
          <p:cNvPr id="27" name="그림 2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C4AA3D-8A48-9609-62A8-FF00EBD0D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02" y="4162756"/>
            <a:ext cx="3031631" cy="2056976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8881016-F3A9-B2CD-3299-6A63A8C47EAE}"/>
              </a:ext>
            </a:extLst>
          </p:cNvPr>
          <p:cNvCxnSpPr>
            <a:cxnSpLocks/>
          </p:cNvCxnSpPr>
          <p:nvPr/>
        </p:nvCxnSpPr>
        <p:spPr>
          <a:xfrm>
            <a:off x="1136210" y="5699154"/>
            <a:ext cx="147118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2DE640D7-3B8D-9E97-C80B-DCD464F8D807}"/>
              </a:ext>
            </a:extLst>
          </p:cNvPr>
          <p:cNvSpPr/>
          <p:nvPr/>
        </p:nvSpPr>
        <p:spPr>
          <a:xfrm rot="5400000">
            <a:off x="1582849" y="5946617"/>
            <a:ext cx="660903" cy="27160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부제목 2">
            <a:extLst>
              <a:ext uri="{FF2B5EF4-FFF2-40B4-BE49-F238E27FC236}">
                <a16:creationId xmlns:a16="http://schemas.microsoft.com/office/drawing/2014/main" id="{B2381316-E5EB-F389-81B4-2B047E3FF8A5}"/>
              </a:ext>
            </a:extLst>
          </p:cNvPr>
          <p:cNvSpPr txBox="1">
            <a:spLocks/>
          </p:cNvSpPr>
          <p:nvPr/>
        </p:nvSpPr>
        <p:spPr>
          <a:xfrm>
            <a:off x="1276735" y="6368699"/>
            <a:ext cx="1212969" cy="356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32" name="그림 3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800C71-D539-9960-667B-E5E417E18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268" y="3207710"/>
            <a:ext cx="5048323" cy="239638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2B7890E8-5721-8BE8-BC26-6555FE1D2693}"/>
              </a:ext>
            </a:extLst>
          </p:cNvPr>
          <p:cNvSpPr/>
          <p:nvPr/>
        </p:nvSpPr>
        <p:spPr>
          <a:xfrm>
            <a:off x="8664166" y="4427146"/>
            <a:ext cx="851025" cy="27160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부제목 2">
            <a:extLst>
              <a:ext uri="{FF2B5EF4-FFF2-40B4-BE49-F238E27FC236}">
                <a16:creationId xmlns:a16="http://schemas.microsoft.com/office/drawing/2014/main" id="{6CB23B6C-E11F-E898-DE79-CC25E31FC03E}"/>
              </a:ext>
            </a:extLst>
          </p:cNvPr>
          <p:cNvSpPr txBox="1">
            <a:spLocks/>
          </p:cNvSpPr>
          <p:nvPr/>
        </p:nvSpPr>
        <p:spPr>
          <a:xfrm>
            <a:off x="9430888" y="4310545"/>
            <a:ext cx="2655488" cy="614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300"/>
              </a:lnSpc>
            </a:pPr>
            <a:r>
              <a:rPr lang="en-US" altLang="ko-KR" sz="1400" b="1" dirty="0">
                <a:solidFill>
                  <a:srgbClr val="FF0000"/>
                </a:solidFill>
              </a:rPr>
              <a:t>“</a:t>
            </a:r>
            <a:r>
              <a:rPr lang="ko-KR" altLang="en-US" sz="1400" b="1" dirty="0" err="1">
                <a:solidFill>
                  <a:srgbClr val="FF0000"/>
                </a:solidFill>
              </a:rPr>
              <a:t>홍익인간성통공완재세이화</a:t>
            </a:r>
            <a:r>
              <a:rPr lang="en-US" altLang="ko-KR" sz="1400" b="1" dirty="0">
                <a:solidFill>
                  <a:srgbClr val="FF0000"/>
                </a:solidFill>
              </a:rPr>
              <a:t>”</a:t>
            </a:r>
            <a:r>
              <a:rPr lang="ko-KR" altLang="en-US" sz="1400" b="1" dirty="0">
                <a:solidFill>
                  <a:srgbClr val="FF0000"/>
                </a:solidFill>
              </a:rPr>
              <a:t> 글자 </a:t>
            </a:r>
            <a:r>
              <a:rPr lang="ko-KR" altLang="en-US" sz="1400" b="1" dirty="0" err="1">
                <a:solidFill>
                  <a:srgbClr val="FF0000"/>
                </a:solidFill>
              </a:rPr>
              <a:t>붙혀주세요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946AD80-09B4-B331-EDD0-7DEC6C737E53}"/>
              </a:ext>
            </a:extLst>
          </p:cNvPr>
          <p:cNvCxnSpPr>
            <a:cxnSpLocks/>
          </p:cNvCxnSpPr>
          <p:nvPr/>
        </p:nvCxnSpPr>
        <p:spPr>
          <a:xfrm>
            <a:off x="5327963" y="5346070"/>
            <a:ext cx="327282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E93F46A-9793-76BC-0D94-2F5A88E1EDE4}"/>
              </a:ext>
            </a:extLst>
          </p:cNvPr>
          <p:cNvCxnSpPr>
            <a:cxnSpLocks/>
          </p:cNvCxnSpPr>
          <p:nvPr/>
        </p:nvCxnSpPr>
        <p:spPr>
          <a:xfrm>
            <a:off x="5426043" y="5100118"/>
            <a:ext cx="30570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6255923D-66A4-2C7F-3BAF-59E7286B78C8}"/>
              </a:ext>
            </a:extLst>
          </p:cNvPr>
          <p:cNvSpPr/>
          <p:nvPr/>
        </p:nvSpPr>
        <p:spPr>
          <a:xfrm rot="5400000">
            <a:off x="6888178" y="5439629"/>
            <a:ext cx="399857" cy="2731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부제목 2">
            <a:extLst>
              <a:ext uri="{FF2B5EF4-FFF2-40B4-BE49-F238E27FC236}">
                <a16:creationId xmlns:a16="http://schemas.microsoft.com/office/drawing/2014/main" id="{2C08B2D9-74AE-1203-ADF9-CBB1E37ED6CB}"/>
              </a:ext>
            </a:extLst>
          </p:cNvPr>
          <p:cNvSpPr txBox="1">
            <a:spLocks/>
          </p:cNvSpPr>
          <p:nvPr/>
        </p:nvSpPr>
        <p:spPr>
          <a:xfrm>
            <a:off x="4442428" y="5759099"/>
            <a:ext cx="5579757" cy="5692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b="1" dirty="0">
                <a:solidFill>
                  <a:srgbClr val="FF0000"/>
                </a:solidFill>
              </a:rPr>
              <a:t>세상을 널리 이롭게 하는 정신을 근본으로</a:t>
            </a:r>
            <a:r>
              <a:rPr lang="en-US" altLang="ko-KR" sz="1400" b="1" dirty="0">
                <a:solidFill>
                  <a:srgbClr val="FF0000"/>
                </a:solidFill>
              </a:rPr>
              <a:t>,</a:t>
            </a:r>
            <a:r>
              <a:rPr lang="ko-KR" altLang="en-US" sz="1400" b="1" dirty="0">
                <a:solidFill>
                  <a:srgbClr val="FF0000"/>
                </a:solidFill>
              </a:rPr>
              <a:t> 세계 어느 나라도 따라할 수 없는 위대한 건국이념이며 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algn="l"/>
            <a:r>
              <a:rPr lang="ko-KR" altLang="en-US" sz="1400" b="1" dirty="0">
                <a:solidFill>
                  <a:srgbClr val="FF0000"/>
                </a:solidFill>
              </a:rPr>
              <a:t>종교와 이념으로 전쟁과 갈등의 지구촌에 필요한 이타적인 건국이념입니다  으로 수정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910AA60-A1D3-DF0D-B6B7-74C6923CDF35}"/>
              </a:ext>
            </a:extLst>
          </p:cNvPr>
          <p:cNvCxnSpPr>
            <a:cxnSpLocks/>
          </p:cNvCxnSpPr>
          <p:nvPr/>
        </p:nvCxnSpPr>
        <p:spPr>
          <a:xfrm>
            <a:off x="6305738" y="3345253"/>
            <a:ext cx="122674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2C93F94-84EE-DFED-648F-7CD70BB250EC}"/>
              </a:ext>
            </a:extLst>
          </p:cNvPr>
          <p:cNvCxnSpPr>
            <a:cxnSpLocks/>
          </p:cNvCxnSpPr>
          <p:nvPr/>
        </p:nvCxnSpPr>
        <p:spPr>
          <a:xfrm>
            <a:off x="6376657" y="3579134"/>
            <a:ext cx="98381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부제목 2">
            <a:extLst>
              <a:ext uri="{FF2B5EF4-FFF2-40B4-BE49-F238E27FC236}">
                <a16:creationId xmlns:a16="http://schemas.microsoft.com/office/drawing/2014/main" id="{EC2D2531-5E40-920A-7EDE-9DD60F178306}"/>
              </a:ext>
            </a:extLst>
          </p:cNvPr>
          <p:cNvSpPr txBox="1">
            <a:spLocks/>
          </p:cNvSpPr>
          <p:nvPr/>
        </p:nvSpPr>
        <p:spPr>
          <a:xfrm>
            <a:off x="7657919" y="3361440"/>
            <a:ext cx="1212969" cy="356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4765DF84-6C09-C839-1D7A-699F6C4F116E}"/>
              </a:ext>
            </a:extLst>
          </p:cNvPr>
          <p:cNvSpPr/>
          <p:nvPr/>
        </p:nvSpPr>
        <p:spPr>
          <a:xfrm>
            <a:off x="7395173" y="3321112"/>
            <a:ext cx="660903" cy="27160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27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0DEB01-A169-F507-0AFC-C026DDA8E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49" y="1548143"/>
            <a:ext cx="2906022" cy="3385996"/>
          </a:xfrm>
          <a:prstGeom prst="rect">
            <a:avLst/>
          </a:prstGeom>
        </p:spPr>
      </p:pic>
      <p:pic>
        <p:nvPicPr>
          <p:cNvPr id="5" name="그림 4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B5A999-3273-C38D-D776-0DDF81B518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55" y="481767"/>
            <a:ext cx="2882586" cy="108446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2E837ED-F149-28A7-4057-B14BF368D6FA}"/>
              </a:ext>
            </a:extLst>
          </p:cNvPr>
          <p:cNvCxnSpPr>
            <a:cxnSpLocks/>
          </p:cNvCxnSpPr>
          <p:nvPr/>
        </p:nvCxnSpPr>
        <p:spPr>
          <a:xfrm>
            <a:off x="597530" y="3150606"/>
            <a:ext cx="20098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372DE07-D66A-A3BB-B020-B6D67BB6A85C}"/>
              </a:ext>
            </a:extLst>
          </p:cNvPr>
          <p:cNvSpPr/>
          <p:nvPr/>
        </p:nvSpPr>
        <p:spPr>
          <a:xfrm>
            <a:off x="2797522" y="3041964"/>
            <a:ext cx="814811" cy="172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FCFC46D9-BCD8-9C2C-D162-44025C69D3FF}"/>
              </a:ext>
            </a:extLst>
          </p:cNvPr>
          <p:cNvSpPr txBox="1">
            <a:spLocks/>
          </p:cNvSpPr>
          <p:nvPr/>
        </p:nvSpPr>
        <p:spPr>
          <a:xfrm>
            <a:off x="3511430" y="2990249"/>
            <a:ext cx="1929702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</a:rPr>
              <a:t>3</a:t>
            </a:r>
            <a:r>
              <a:rPr lang="ko-KR" altLang="en-US" sz="1400" b="1" dirty="0">
                <a:solidFill>
                  <a:srgbClr val="FF0000"/>
                </a:solidFill>
              </a:rPr>
              <a:t>대 </a:t>
            </a:r>
            <a:r>
              <a:rPr lang="ko-KR" altLang="en-US" sz="1400" b="1" dirty="0" err="1">
                <a:solidFill>
                  <a:srgbClr val="FF0000"/>
                </a:solidFill>
              </a:rPr>
              <a:t>제향</a:t>
            </a:r>
            <a:r>
              <a:rPr lang="ko-KR" altLang="en-US" sz="1400" b="1" dirty="0">
                <a:solidFill>
                  <a:srgbClr val="FF0000"/>
                </a:solidFill>
              </a:rPr>
              <a:t>  으로 수정</a:t>
            </a:r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52C0D950-33A6-F9F1-1C11-D1B592BA1226}"/>
              </a:ext>
            </a:extLst>
          </p:cNvPr>
          <p:cNvSpPr txBox="1">
            <a:spLocks/>
          </p:cNvSpPr>
          <p:nvPr/>
        </p:nvSpPr>
        <p:spPr>
          <a:xfrm>
            <a:off x="3165889" y="689159"/>
            <a:ext cx="3117216" cy="1954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투어에서 순서를 바꿔주세요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400" b="1" dirty="0">
                <a:solidFill>
                  <a:srgbClr val="FF0000"/>
                </a:solidFill>
              </a:rPr>
              <a:t>3</a:t>
            </a:r>
            <a:r>
              <a:rPr lang="ko-KR" altLang="en-US" sz="1400" b="1" dirty="0">
                <a:solidFill>
                  <a:srgbClr val="FF0000"/>
                </a:solidFill>
              </a:rPr>
              <a:t>대 </a:t>
            </a:r>
            <a:r>
              <a:rPr lang="ko-KR" altLang="en-US" sz="1400" b="1" dirty="0" err="1">
                <a:solidFill>
                  <a:srgbClr val="FF0000"/>
                </a:solidFill>
              </a:rPr>
              <a:t>제향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b="1" dirty="0">
                <a:solidFill>
                  <a:srgbClr val="FF0000"/>
                </a:solidFill>
              </a:rPr>
              <a:t>왕릉 </a:t>
            </a:r>
            <a:r>
              <a:rPr lang="ko-KR" altLang="en-US" sz="1400" b="1" dirty="0" err="1">
                <a:solidFill>
                  <a:srgbClr val="FF0000"/>
                </a:solidFill>
              </a:rPr>
              <a:t>제향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400" b="1" dirty="0">
                <a:solidFill>
                  <a:srgbClr val="FF0000"/>
                </a:solidFill>
              </a:rPr>
              <a:t>5</a:t>
            </a:r>
            <a:r>
              <a:rPr lang="ko-KR" altLang="en-US" sz="1400" b="1" dirty="0">
                <a:solidFill>
                  <a:srgbClr val="FF0000"/>
                </a:solidFill>
              </a:rPr>
              <a:t>대궁 투어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b="1" dirty="0">
                <a:solidFill>
                  <a:srgbClr val="FF0000"/>
                </a:solidFill>
              </a:rPr>
              <a:t>박물관 투어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로 순서 바꿔 주시기 바랍니다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B037FB-1D83-A5A4-6C3C-F0B2BCE0B9BD}"/>
              </a:ext>
            </a:extLst>
          </p:cNvPr>
          <p:cNvSpPr txBox="1"/>
          <p:nvPr/>
        </p:nvSpPr>
        <p:spPr>
          <a:xfrm>
            <a:off x="4997513" y="3536892"/>
            <a:ext cx="6859509" cy="65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1600" b="1" dirty="0" err="1">
                <a:solidFill>
                  <a:srgbClr val="C00000"/>
                </a:solidFill>
              </a:rPr>
              <a:t>전주이씨대동종약원</a:t>
            </a:r>
            <a:r>
              <a:rPr lang="ko-KR" altLang="en-US" sz="1600" b="1" dirty="0"/>
              <a:t> 사이트 참조하여 주셔서 </a:t>
            </a:r>
            <a:r>
              <a:rPr lang="ko-KR" altLang="en-US" sz="1600" b="1" dirty="0">
                <a:solidFill>
                  <a:srgbClr val="C00000"/>
                </a:solidFill>
              </a:rPr>
              <a:t>종묘대제</a:t>
            </a:r>
            <a:r>
              <a:rPr lang="en-US" altLang="ko-KR" sz="1600" b="1" dirty="0">
                <a:solidFill>
                  <a:srgbClr val="C00000"/>
                </a:solidFill>
              </a:rPr>
              <a:t>3</a:t>
            </a:r>
            <a:r>
              <a:rPr lang="ko-KR" altLang="en-US" sz="1600" b="1" dirty="0" err="1">
                <a:solidFill>
                  <a:srgbClr val="C00000"/>
                </a:solidFill>
              </a:rPr>
              <a:t>대제향</a:t>
            </a:r>
            <a:r>
              <a:rPr lang="ko-KR" altLang="en-US" sz="1600" b="1" dirty="0"/>
              <a:t> 내용과 </a:t>
            </a:r>
            <a:endParaRPr lang="en-US" altLang="ko-KR" sz="1600" b="1" dirty="0"/>
          </a:p>
          <a:p>
            <a:pPr>
              <a:lnSpc>
                <a:spcPts val="2300"/>
              </a:lnSpc>
            </a:pPr>
            <a:r>
              <a:rPr lang="ko-KR" altLang="en-US" sz="1600" b="1" dirty="0" err="1">
                <a:solidFill>
                  <a:srgbClr val="C00000"/>
                </a:solidFill>
              </a:rPr>
              <a:t>왕릉제향</a:t>
            </a:r>
            <a:r>
              <a:rPr lang="ko-KR" altLang="en-US" sz="1600" b="1" dirty="0"/>
              <a:t> 안에 들어가는 내용으로 수정해 주시기 바랍니다</a:t>
            </a:r>
          </a:p>
        </p:txBody>
      </p:sp>
      <p:pic>
        <p:nvPicPr>
          <p:cNvPr id="16" name="그림 1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E7FCB-9EA3-CA0C-0A9F-5DDB850C65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231" y="4284918"/>
            <a:ext cx="6867832" cy="242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17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D5557344-2C07-8E13-97AE-6857D1EE5742}"/>
              </a:ext>
            </a:extLst>
          </p:cNvPr>
          <p:cNvSpPr txBox="1">
            <a:spLocks/>
          </p:cNvSpPr>
          <p:nvPr/>
        </p:nvSpPr>
        <p:spPr>
          <a:xfrm>
            <a:off x="2326741" y="319476"/>
            <a:ext cx="6491334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rgbClr val="FF0000"/>
                </a:solidFill>
              </a:rPr>
              <a:t>상세보기 들어 </a:t>
            </a:r>
            <a:r>
              <a:rPr lang="ko-KR" altLang="en-US" b="1" dirty="0" err="1">
                <a:solidFill>
                  <a:srgbClr val="FF0000"/>
                </a:solidFill>
              </a:rPr>
              <a:t>갔을때</a:t>
            </a:r>
            <a:r>
              <a:rPr lang="ko-KR" altLang="en-US" b="1" dirty="0">
                <a:solidFill>
                  <a:srgbClr val="FF0000"/>
                </a:solidFill>
              </a:rPr>
              <a:t> 이 내용이 처음 순서로 볼 수 있게 해주시면 됩니다 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D94D6F-95C9-6B89-311B-A47704A49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35" y="2562852"/>
            <a:ext cx="3748222" cy="2649024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3B1BE0-2A25-705C-734D-B47F2B43C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385" y="2606084"/>
            <a:ext cx="3774706" cy="3223299"/>
          </a:xfrm>
          <a:prstGeom prst="rect">
            <a:avLst/>
          </a:prstGeom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A44041-5209-8477-4C54-67200A5B0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589" y="2551238"/>
            <a:ext cx="4013468" cy="2402885"/>
          </a:xfrm>
          <a:prstGeom prst="rect">
            <a:avLst/>
          </a:prstGeom>
        </p:spPr>
      </p:pic>
      <p:sp>
        <p:nvSpPr>
          <p:cNvPr id="12" name="부제목 2">
            <a:extLst>
              <a:ext uri="{FF2B5EF4-FFF2-40B4-BE49-F238E27FC236}">
                <a16:creationId xmlns:a16="http://schemas.microsoft.com/office/drawing/2014/main" id="{A5ADD83B-0BBB-AD90-9068-AB77BF6B2060}"/>
              </a:ext>
            </a:extLst>
          </p:cNvPr>
          <p:cNvSpPr txBox="1">
            <a:spLocks/>
          </p:cNvSpPr>
          <p:nvPr/>
        </p:nvSpPr>
        <p:spPr>
          <a:xfrm>
            <a:off x="107133" y="2219196"/>
            <a:ext cx="1929702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종묘대제</a:t>
            </a:r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F4C6C401-03E2-1EBF-CAEE-2EEB0E8AE4AC}"/>
              </a:ext>
            </a:extLst>
          </p:cNvPr>
          <p:cNvSpPr txBox="1">
            <a:spLocks/>
          </p:cNvSpPr>
          <p:nvPr/>
        </p:nvSpPr>
        <p:spPr>
          <a:xfrm>
            <a:off x="3754170" y="2163367"/>
            <a:ext cx="1929702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사직대제</a:t>
            </a: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4B4C8881-F35D-253D-7D89-7CBCB4C66C2C}"/>
              </a:ext>
            </a:extLst>
          </p:cNvPr>
          <p:cNvSpPr txBox="1">
            <a:spLocks/>
          </p:cNvSpPr>
          <p:nvPr/>
        </p:nvSpPr>
        <p:spPr>
          <a:xfrm>
            <a:off x="7754293" y="2161857"/>
            <a:ext cx="1929702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환구대제</a:t>
            </a:r>
          </a:p>
        </p:txBody>
      </p:sp>
      <p:sp>
        <p:nvSpPr>
          <p:cNvPr id="17" name="부제목 2">
            <a:extLst>
              <a:ext uri="{FF2B5EF4-FFF2-40B4-BE49-F238E27FC236}">
                <a16:creationId xmlns:a16="http://schemas.microsoft.com/office/drawing/2014/main" id="{2226A3A6-8C97-2133-ED8A-434BA1E7D8A2}"/>
              </a:ext>
            </a:extLst>
          </p:cNvPr>
          <p:cNvSpPr txBox="1">
            <a:spLocks/>
          </p:cNvSpPr>
          <p:nvPr/>
        </p:nvSpPr>
        <p:spPr>
          <a:xfrm>
            <a:off x="3357326" y="6175559"/>
            <a:ext cx="6818768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err="1">
                <a:solidFill>
                  <a:srgbClr val="FF0000"/>
                </a:solidFill>
              </a:rPr>
              <a:t>제향일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안내까지만</a:t>
            </a:r>
            <a:r>
              <a:rPr lang="ko-KR" altLang="en-US" b="1" dirty="0">
                <a:solidFill>
                  <a:srgbClr val="FF0000"/>
                </a:solidFill>
              </a:rPr>
              <a:t> 내용 </a:t>
            </a:r>
            <a:r>
              <a:rPr lang="ko-KR" altLang="en-US" b="1" dirty="0" err="1">
                <a:solidFill>
                  <a:srgbClr val="FF0000"/>
                </a:solidFill>
              </a:rPr>
              <a:t>넣어주시기</a:t>
            </a:r>
            <a:r>
              <a:rPr lang="ko-KR" altLang="en-US" b="1" dirty="0">
                <a:solidFill>
                  <a:srgbClr val="FF0000"/>
                </a:solidFill>
              </a:rPr>
              <a:t> 바랍니다</a:t>
            </a:r>
          </a:p>
        </p:txBody>
      </p:sp>
    </p:spTree>
    <p:extLst>
      <p:ext uri="{BB962C8B-B14F-4D97-AF65-F5344CB8AC3E}">
        <p14:creationId xmlns:p14="http://schemas.microsoft.com/office/powerpoint/2010/main" val="404621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8989D7-4A9A-CBDE-6D07-3139BAD2B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04" y="2236206"/>
            <a:ext cx="4385432" cy="3760255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C5FB9208-1A1C-AD8B-E949-7A1FB8711800}"/>
              </a:ext>
            </a:extLst>
          </p:cNvPr>
          <p:cNvSpPr txBox="1">
            <a:spLocks/>
          </p:cNvSpPr>
          <p:nvPr/>
        </p:nvSpPr>
        <p:spPr>
          <a:xfrm>
            <a:off x="5823421" y="3498994"/>
            <a:ext cx="3010277" cy="2835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500"/>
              </a:lnSpc>
            </a:pPr>
            <a:r>
              <a:rPr lang="ko-KR" altLang="en-US" sz="1600" b="1" dirty="0" err="1">
                <a:solidFill>
                  <a:srgbClr val="FF0000"/>
                </a:solidFill>
              </a:rPr>
              <a:t>대동종약원사이트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 err="1"/>
              <a:t>왕릉제향에</a:t>
            </a:r>
            <a:r>
              <a:rPr lang="ko-KR" altLang="en-US" sz="1600" b="1" dirty="0"/>
              <a:t> 들어가시면 이와 같이 내용이 나오며 하나하나 다 클릭해 보시면 안에 내용이 나옵니다 </a:t>
            </a:r>
            <a:endParaRPr lang="en-US" altLang="ko-KR" sz="1600" b="1" dirty="0"/>
          </a:p>
          <a:p>
            <a:pPr algn="l">
              <a:lnSpc>
                <a:spcPts val="2500"/>
              </a:lnSpc>
            </a:pPr>
            <a:r>
              <a:rPr lang="ko-KR" altLang="en-US" sz="1600" b="1" dirty="0"/>
              <a:t>내용이 다 들어 가야 하니 번거로우시겠지만 부탁드립니다</a:t>
            </a:r>
            <a:endParaRPr lang="en-US" altLang="ko-KR" sz="1600" b="1" dirty="0"/>
          </a:p>
          <a:p>
            <a:pPr algn="l">
              <a:lnSpc>
                <a:spcPts val="2500"/>
              </a:lnSpc>
            </a:pPr>
            <a:r>
              <a:rPr lang="ko-KR" altLang="en-US" sz="1600" b="1" dirty="0" err="1">
                <a:solidFill>
                  <a:srgbClr val="FF0000"/>
                </a:solidFill>
              </a:rPr>
              <a:t>종약원사이트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</a:rPr>
              <a:t>처럼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</a:rPr>
              <a:t>해주셔도</a:t>
            </a:r>
            <a:r>
              <a:rPr lang="ko-KR" altLang="en-US" sz="1600" b="1" dirty="0">
                <a:solidFill>
                  <a:srgbClr val="FF0000"/>
                </a:solidFill>
              </a:rPr>
              <a:t> 됩니다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7110EF4-82A2-DB31-BCA0-E52D8DE5350A}"/>
              </a:ext>
            </a:extLst>
          </p:cNvPr>
          <p:cNvSpPr/>
          <p:nvPr/>
        </p:nvSpPr>
        <p:spPr>
          <a:xfrm rot="10800000">
            <a:off x="3980152" y="4309450"/>
            <a:ext cx="875573" cy="1394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C7FFAD44-5C6A-58B5-CC9F-51DB593A8BCE}"/>
              </a:ext>
            </a:extLst>
          </p:cNvPr>
          <p:cNvSpPr txBox="1">
            <a:spLocks/>
          </p:cNvSpPr>
          <p:nvPr/>
        </p:nvSpPr>
        <p:spPr>
          <a:xfrm>
            <a:off x="4105064" y="4225220"/>
            <a:ext cx="1929702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클릭</a:t>
            </a: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67F20C-4784-78E1-41F9-81A473942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77" y="256969"/>
            <a:ext cx="4081902" cy="2051665"/>
          </a:xfrm>
          <a:prstGeom prst="rect">
            <a:avLst/>
          </a:prstGeom>
        </p:spPr>
      </p:pic>
      <p:pic>
        <p:nvPicPr>
          <p:cNvPr id="12" name="그림 11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63D32D-442D-9759-4CEC-415AEA901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544" y="804343"/>
            <a:ext cx="4486983" cy="2101819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FE38E3F-041D-89D8-1EB2-39C62FE376F6}"/>
              </a:ext>
            </a:extLst>
          </p:cNvPr>
          <p:cNvCxnSpPr>
            <a:cxnSpLocks/>
          </p:cNvCxnSpPr>
          <p:nvPr/>
        </p:nvCxnSpPr>
        <p:spPr>
          <a:xfrm>
            <a:off x="1158844" y="1240325"/>
            <a:ext cx="3087231" cy="9777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2735118-326F-695E-7317-3F2D788FB6E5}"/>
              </a:ext>
            </a:extLst>
          </p:cNvPr>
          <p:cNvCxnSpPr>
            <a:cxnSpLocks/>
          </p:cNvCxnSpPr>
          <p:nvPr/>
        </p:nvCxnSpPr>
        <p:spPr>
          <a:xfrm flipV="1">
            <a:off x="715224" y="1330859"/>
            <a:ext cx="3168713" cy="8419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부제목 2">
            <a:extLst>
              <a:ext uri="{FF2B5EF4-FFF2-40B4-BE49-F238E27FC236}">
                <a16:creationId xmlns:a16="http://schemas.microsoft.com/office/drawing/2014/main" id="{C0A4D800-C4DA-9E7F-9B20-5902478F3BFA}"/>
              </a:ext>
            </a:extLst>
          </p:cNvPr>
          <p:cNvSpPr txBox="1">
            <a:spLocks/>
          </p:cNvSpPr>
          <p:nvPr/>
        </p:nvSpPr>
        <p:spPr>
          <a:xfrm>
            <a:off x="1487103" y="1878864"/>
            <a:ext cx="1835518" cy="339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947EB40-B994-42E6-AD66-4D1649AC796F}"/>
              </a:ext>
            </a:extLst>
          </p:cNvPr>
          <p:cNvCxnSpPr>
            <a:cxnSpLocks/>
          </p:cNvCxnSpPr>
          <p:nvPr/>
        </p:nvCxnSpPr>
        <p:spPr>
          <a:xfrm>
            <a:off x="1329350" y="786142"/>
            <a:ext cx="20023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부제목 2">
            <a:extLst>
              <a:ext uri="{FF2B5EF4-FFF2-40B4-BE49-F238E27FC236}">
                <a16:creationId xmlns:a16="http://schemas.microsoft.com/office/drawing/2014/main" id="{4A07D1BB-D583-E508-D067-D700ED2F2F0B}"/>
              </a:ext>
            </a:extLst>
          </p:cNvPr>
          <p:cNvSpPr txBox="1">
            <a:spLocks/>
          </p:cNvSpPr>
          <p:nvPr/>
        </p:nvSpPr>
        <p:spPr>
          <a:xfrm>
            <a:off x="2671598" y="637030"/>
            <a:ext cx="1835518" cy="339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6" name="부제목 2">
            <a:extLst>
              <a:ext uri="{FF2B5EF4-FFF2-40B4-BE49-F238E27FC236}">
                <a16:creationId xmlns:a16="http://schemas.microsoft.com/office/drawing/2014/main" id="{849FBF2E-7545-90EA-088A-22CE91A81C50}"/>
              </a:ext>
            </a:extLst>
          </p:cNvPr>
          <p:cNvSpPr txBox="1">
            <a:spLocks/>
          </p:cNvSpPr>
          <p:nvPr/>
        </p:nvSpPr>
        <p:spPr>
          <a:xfrm>
            <a:off x="7924116" y="276401"/>
            <a:ext cx="2677492" cy="356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err="1">
                <a:solidFill>
                  <a:srgbClr val="FF0000"/>
                </a:solidFill>
              </a:rPr>
              <a:t>제향</a:t>
            </a:r>
            <a:r>
              <a:rPr lang="ko-KR" altLang="en-US" sz="1400" b="1" dirty="0">
                <a:solidFill>
                  <a:srgbClr val="FF0000"/>
                </a:solidFill>
              </a:rPr>
              <a:t> 내용 순서 다음에 이 순서가 오면  </a:t>
            </a:r>
            <a:r>
              <a:rPr lang="ko-KR" altLang="en-US" sz="1400" b="1" dirty="0" err="1">
                <a:solidFill>
                  <a:srgbClr val="FF0000"/>
                </a:solidFill>
              </a:rPr>
              <a:t>될것</a:t>
            </a:r>
            <a:r>
              <a:rPr lang="ko-KR" altLang="en-US" sz="1400" b="1" dirty="0">
                <a:solidFill>
                  <a:srgbClr val="FF0000"/>
                </a:solidFill>
              </a:rPr>
              <a:t> 같습니다 </a:t>
            </a:r>
          </a:p>
        </p:txBody>
      </p:sp>
    </p:spTree>
    <p:extLst>
      <p:ext uri="{BB962C8B-B14F-4D97-AF65-F5344CB8AC3E}">
        <p14:creationId xmlns:p14="http://schemas.microsoft.com/office/powerpoint/2010/main" val="370059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6C3929-A9AE-15A6-D7F6-0BC725AC7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87" y="416459"/>
            <a:ext cx="4267343" cy="386958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35D71D-AFBD-65F0-3D9A-2A6F05006111}"/>
              </a:ext>
            </a:extLst>
          </p:cNvPr>
          <p:cNvCxnSpPr>
            <a:cxnSpLocks/>
          </p:cNvCxnSpPr>
          <p:nvPr/>
        </p:nvCxnSpPr>
        <p:spPr>
          <a:xfrm flipH="1">
            <a:off x="1665838" y="461726"/>
            <a:ext cx="1973656" cy="5884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08C2B2D-C1D8-01C4-D054-2F2C50430E2D}"/>
              </a:ext>
            </a:extLst>
          </p:cNvPr>
          <p:cNvCxnSpPr>
            <a:cxnSpLocks/>
          </p:cNvCxnSpPr>
          <p:nvPr/>
        </p:nvCxnSpPr>
        <p:spPr>
          <a:xfrm>
            <a:off x="2234698" y="451164"/>
            <a:ext cx="1884629" cy="55377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4EBA6C5-BBEE-6765-D99D-12BF56161E57}"/>
              </a:ext>
            </a:extLst>
          </p:cNvPr>
          <p:cNvCxnSpPr>
            <a:cxnSpLocks/>
          </p:cNvCxnSpPr>
          <p:nvPr/>
        </p:nvCxnSpPr>
        <p:spPr>
          <a:xfrm>
            <a:off x="2199992" y="3902044"/>
            <a:ext cx="7695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61FBF79-8131-4B87-08AE-89D526CBB700}"/>
              </a:ext>
            </a:extLst>
          </p:cNvPr>
          <p:cNvCxnSpPr>
            <a:cxnSpLocks/>
          </p:cNvCxnSpPr>
          <p:nvPr/>
        </p:nvCxnSpPr>
        <p:spPr>
          <a:xfrm>
            <a:off x="2153216" y="4144979"/>
            <a:ext cx="145006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F3896EF-2E20-E42C-5EE5-AEE375A0F56F}"/>
              </a:ext>
            </a:extLst>
          </p:cNvPr>
          <p:cNvSpPr/>
          <p:nvPr/>
        </p:nvSpPr>
        <p:spPr>
          <a:xfrm>
            <a:off x="4110275" y="597529"/>
            <a:ext cx="814811" cy="172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13B57C5D-1DC8-5DC1-C04F-020BD7DDEB63}"/>
              </a:ext>
            </a:extLst>
          </p:cNvPr>
          <p:cNvSpPr txBox="1">
            <a:spLocks/>
          </p:cNvSpPr>
          <p:nvPr/>
        </p:nvSpPr>
        <p:spPr>
          <a:xfrm>
            <a:off x="4643113" y="527706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1" name="부제목 2">
            <a:extLst>
              <a:ext uri="{FF2B5EF4-FFF2-40B4-BE49-F238E27FC236}">
                <a16:creationId xmlns:a16="http://schemas.microsoft.com/office/drawing/2014/main" id="{620E5AA2-50E3-471B-D226-3336FEA7C5E0}"/>
              </a:ext>
            </a:extLst>
          </p:cNvPr>
          <p:cNvSpPr txBox="1">
            <a:spLocks/>
          </p:cNvSpPr>
          <p:nvPr/>
        </p:nvSpPr>
        <p:spPr>
          <a:xfrm>
            <a:off x="2305811" y="4627416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C9E8B271-4632-0593-A2BF-39A80FC50C48}"/>
              </a:ext>
            </a:extLst>
          </p:cNvPr>
          <p:cNvSpPr/>
          <p:nvPr/>
        </p:nvSpPr>
        <p:spPr>
          <a:xfrm>
            <a:off x="2688878" y="4200808"/>
            <a:ext cx="289711" cy="41645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3EFDC8B2-B7DB-67F6-03E8-9276DF5C957E}"/>
              </a:ext>
            </a:extLst>
          </p:cNvPr>
          <p:cNvSpPr/>
          <p:nvPr/>
        </p:nvSpPr>
        <p:spPr>
          <a:xfrm rot="10800000">
            <a:off x="1620571" y="3802455"/>
            <a:ext cx="525101" cy="19012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부제목 2">
            <a:extLst>
              <a:ext uri="{FF2B5EF4-FFF2-40B4-BE49-F238E27FC236}">
                <a16:creationId xmlns:a16="http://schemas.microsoft.com/office/drawing/2014/main" id="{4A43C0CB-5F75-31C3-841F-6B31D1E5B8F4}"/>
              </a:ext>
            </a:extLst>
          </p:cNvPr>
          <p:cNvSpPr txBox="1">
            <a:spLocks/>
          </p:cNvSpPr>
          <p:nvPr/>
        </p:nvSpPr>
        <p:spPr>
          <a:xfrm>
            <a:off x="891961" y="3783934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26" name="그림 2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585758-E426-E92F-29E3-AFBB9B4E2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39" y="958006"/>
            <a:ext cx="6339443" cy="314584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E7052F-9489-8EC7-2D45-866CE1D5E0AB}"/>
              </a:ext>
            </a:extLst>
          </p:cNvPr>
          <p:cNvCxnSpPr>
            <a:cxnSpLocks/>
          </p:cNvCxnSpPr>
          <p:nvPr/>
        </p:nvCxnSpPr>
        <p:spPr>
          <a:xfrm>
            <a:off x="6298195" y="2794502"/>
            <a:ext cx="4946209" cy="8812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54B7DD3-62AC-80A2-F08D-7BEC3DFC4390}"/>
              </a:ext>
            </a:extLst>
          </p:cNvPr>
          <p:cNvCxnSpPr>
            <a:cxnSpLocks/>
          </p:cNvCxnSpPr>
          <p:nvPr/>
        </p:nvCxnSpPr>
        <p:spPr>
          <a:xfrm flipH="1">
            <a:off x="6136741" y="2833735"/>
            <a:ext cx="4953754" cy="7408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부제목 2">
            <a:extLst>
              <a:ext uri="{FF2B5EF4-FFF2-40B4-BE49-F238E27FC236}">
                <a16:creationId xmlns:a16="http://schemas.microsoft.com/office/drawing/2014/main" id="{DD755613-5D9B-0D28-D538-5D2E8C48E251}"/>
              </a:ext>
            </a:extLst>
          </p:cNvPr>
          <p:cNvSpPr txBox="1">
            <a:spLocks/>
          </p:cNvSpPr>
          <p:nvPr/>
        </p:nvSpPr>
        <p:spPr>
          <a:xfrm>
            <a:off x="6459841" y="3059657"/>
            <a:ext cx="1190335" cy="380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CDB211AE-A85A-8FAC-06D8-4E115D6750A0}"/>
              </a:ext>
            </a:extLst>
          </p:cNvPr>
          <p:cNvSpPr/>
          <p:nvPr/>
        </p:nvSpPr>
        <p:spPr>
          <a:xfrm>
            <a:off x="8427266" y="2073244"/>
            <a:ext cx="289711" cy="252591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21D70D81-A325-DFDB-C354-BCCDC0AB09E9}"/>
              </a:ext>
            </a:extLst>
          </p:cNvPr>
          <p:cNvSpPr/>
          <p:nvPr/>
        </p:nvSpPr>
        <p:spPr>
          <a:xfrm>
            <a:off x="10444680" y="2055137"/>
            <a:ext cx="289711" cy="248064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E70CADF-2FF9-6D3B-04F1-A718ED35F993}"/>
              </a:ext>
            </a:extLst>
          </p:cNvPr>
          <p:cNvCxnSpPr>
            <a:cxnSpLocks/>
          </p:cNvCxnSpPr>
          <p:nvPr/>
        </p:nvCxnSpPr>
        <p:spPr>
          <a:xfrm>
            <a:off x="5791201" y="2142654"/>
            <a:ext cx="145006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DC432B1-33F5-B76A-98D7-A9A0A77DF5F3}"/>
              </a:ext>
            </a:extLst>
          </p:cNvPr>
          <p:cNvCxnSpPr>
            <a:cxnSpLocks/>
          </p:cNvCxnSpPr>
          <p:nvPr/>
        </p:nvCxnSpPr>
        <p:spPr>
          <a:xfrm>
            <a:off x="6127687" y="2279965"/>
            <a:ext cx="7695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부제목 2">
            <a:extLst>
              <a:ext uri="{FF2B5EF4-FFF2-40B4-BE49-F238E27FC236}">
                <a16:creationId xmlns:a16="http://schemas.microsoft.com/office/drawing/2014/main" id="{0FFDB709-F733-3F69-C3AC-9AAA335DE1EF}"/>
              </a:ext>
            </a:extLst>
          </p:cNvPr>
          <p:cNvSpPr txBox="1">
            <a:spLocks/>
          </p:cNvSpPr>
          <p:nvPr/>
        </p:nvSpPr>
        <p:spPr>
          <a:xfrm>
            <a:off x="6559431" y="2199579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38" name="부제목 2">
            <a:extLst>
              <a:ext uri="{FF2B5EF4-FFF2-40B4-BE49-F238E27FC236}">
                <a16:creationId xmlns:a16="http://schemas.microsoft.com/office/drawing/2014/main" id="{1A87A2BB-4C92-CA0E-F7F7-8433CA80F1DD}"/>
              </a:ext>
            </a:extLst>
          </p:cNvPr>
          <p:cNvSpPr txBox="1">
            <a:spLocks/>
          </p:cNvSpPr>
          <p:nvPr/>
        </p:nvSpPr>
        <p:spPr>
          <a:xfrm>
            <a:off x="7437616" y="4644014"/>
            <a:ext cx="2168111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</a:rPr>
              <a:t>왕실 </a:t>
            </a:r>
            <a:r>
              <a:rPr lang="ko-KR" altLang="en-US" sz="1400" b="1" dirty="0" err="1">
                <a:solidFill>
                  <a:srgbClr val="FF0000"/>
                </a:solidFill>
              </a:rPr>
              <a:t>이너서클</a:t>
            </a:r>
            <a:r>
              <a:rPr lang="ko-KR" altLang="en-US" sz="1400" b="1" dirty="0">
                <a:solidFill>
                  <a:srgbClr val="FF0000"/>
                </a:solidFill>
              </a:rPr>
              <a:t> 네트워킹 </a:t>
            </a:r>
            <a:r>
              <a:rPr lang="ko-KR" altLang="en-US" sz="1400" b="1" dirty="0" err="1">
                <a:solidFill>
                  <a:srgbClr val="FF0000"/>
                </a:solidFill>
              </a:rPr>
              <a:t>으로</a:t>
            </a:r>
            <a:r>
              <a:rPr lang="ko-KR" altLang="en-US" sz="1400" b="1" dirty="0">
                <a:solidFill>
                  <a:srgbClr val="FF0000"/>
                </a:solidFill>
              </a:rPr>
              <a:t> 수정</a:t>
            </a:r>
          </a:p>
        </p:txBody>
      </p:sp>
      <p:sp>
        <p:nvSpPr>
          <p:cNvPr id="39" name="부제목 2">
            <a:extLst>
              <a:ext uri="{FF2B5EF4-FFF2-40B4-BE49-F238E27FC236}">
                <a16:creationId xmlns:a16="http://schemas.microsoft.com/office/drawing/2014/main" id="{1C7AC922-B938-3624-398C-0E911A9E7545}"/>
              </a:ext>
            </a:extLst>
          </p:cNvPr>
          <p:cNvSpPr txBox="1">
            <a:spLocks/>
          </p:cNvSpPr>
          <p:nvPr/>
        </p:nvSpPr>
        <p:spPr>
          <a:xfrm>
            <a:off x="9972590" y="4571587"/>
            <a:ext cx="1434778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</a:rPr>
              <a:t>DAO</a:t>
            </a:r>
            <a:r>
              <a:rPr lang="ko-KR" altLang="en-US" sz="1400" b="1" dirty="0">
                <a:solidFill>
                  <a:srgbClr val="FF0000"/>
                </a:solidFill>
              </a:rPr>
              <a:t>거버넌스  로 수정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69D28BD0-1FAD-147E-3A3C-553E3925E31D}"/>
              </a:ext>
            </a:extLst>
          </p:cNvPr>
          <p:cNvSpPr/>
          <p:nvPr/>
        </p:nvSpPr>
        <p:spPr>
          <a:xfrm rot="10800000">
            <a:off x="7286532" y="3121936"/>
            <a:ext cx="525101" cy="19012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079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214EF6-9CE5-BA40-5D85-48FF60940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56" y="424478"/>
            <a:ext cx="4292395" cy="2410074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8C7AFF-5BD9-85D7-AD92-2BD5C637F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259" y="864625"/>
            <a:ext cx="4917820" cy="180822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11419D7-2F54-67EB-BFEC-1FCFF553BC25}"/>
              </a:ext>
            </a:extLst>
          </p:cNvPr>
          <p:cNvCxnSpPr>
            <a:cxnSpLocks/>
          </p:cNvCxnSpPr>
          <p:nvPr/>
        </p:nvCxnSpPr>
        <p:spPr>
          <a:xfrm>
            <a:off x="995881" y="1131684"/>
            <a:ext cx="320492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CDD08B4-3B25-03F0-E298-EC287A684D80}"/>
              </a:ext>
            </a:extLst>
          </p:cNvPr>
          <p:cNvCxnSpPr>
            <a:cxnSpLocks/>
          </p:cNvCxnSpPr>
          <p:nvPr/>
        </p:nvCxnSpPr>
        <p:spPr>
          <a:xfrm>
            <a:off x="1157334" y="2144163"/>
            <a:ext cx="26813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7261221-E908-5594-049E-22B7C77057B6}"/>
              </a:ext>
            </a:extLst>
          </p:cNvPr>
          <p:cNvCxnSpPr>
            <a:cxnSpLocks/>
          </p:cNvCxnSpPr>
          <p:nvPr/>
        </p:nvCxnSpPr>
        <p:spPr>
          <a:xfrm>
            <a:off x="5703683" y="814812"/>
            <a:ext cx="5169529" cy="195554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3990805-0243-FAB2-3D1F-CBF8A7DFB536}"/>
              </a:ext>
            </a:extLst>
          </p:cNvPr>
          <p:cNvCxnSpPr>
            <a:cxnSpLocks/>
          </p:cNvCxnSpPr>
          <p:nvPr/>
        </p:nvCxnSpPr>
        <p:spPr>
          <a:xfrm flipV="1">
            <a:off x="5685576" y="742384"/>
            <a:ext cx="5142369" cy="199176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부제목 2">
            <a:extLst>
              <a:ext uri="{FF2B5EF4-FFF2-40B4-BE49-F238E27FC236}">
                <a16:creationId xmlns:a16="http://schemas.microsoft.com/office/drawing/2014/main" id="{335E4D10-D0EE-E46C-EB4E-B27779705CF3}"/>
              </a:ext>
            </a:extLst>
          </p:cNvPr>
          <p:cNvSpPr txBox="1">
            <a:spLocks/>
          </p:cNvSpPr>
          <p:nvPr/>
        </p:nvSpPr>
        <p:spPr>
          <a:xfrm>
            <a:off x="1927074" y="2284078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5" name="부제목 2">
            <a:extLst>
              <a:ext uri="{FF2B5EF4-FFF2-40B4-BE49-F238E27FC236}">
                <a16:creationId xmlns:a16="http://schemas.microsoft.com/office/drawing/2014/main" id="{3D7979FC-B5EE-8CDD-C317-E671D8CA58DB}"/>
              </a:ext>
            </a:extLst>
          </p:cNvPr>
          <p:cNvSpPr txBox="1">
            <a:spLocks/>
          </p:cNvSpPr>
          <p:nvPr/>
        </p:nvSpPr>
        <p:spPr>
          <a:xfrm>
            <a:off x="7654899" y="524688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6" name="부제목 2">
            <a:extLst>
              <a:ext uri="{FF2B5EF4-FFF2-40B4-BE49-F238E27FC236}">
                <a16:creationId xmlns:a16="http://schemas.microsoft.com/office/drawing/2014/main" id="{A41B4474-3F71-30D0-5F5C-EA48B5291D4A}"/>
              </a:ext>
            </a:extLst>
          </p:cNvPr>
          <p:cNvSpPr txBox="1">
            <a:spLocks/>
          </p:cNvSpPr>
          <p:nvPr/>
        </p:nvSpPr>
        <p:spPr>
          <a:xfrm>
            <a:off x="2058348" y="1193137"/>
            <a:ext cx="1037937" cy="3278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28" name="그림 27" descr="폰트, 스크린샷, 그래픽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C42CFC-6840-BA12-ADEB-154459173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638" y="3511189"/>
            <a:ext cx="2788798" cy="1386942"/>
          </a:xfrm>
          <a:prstGeom prst="rect">
            <a:avLst/>
          </a:prstGeom>
        </p:spPr>
      </p:pic>
      <p:pic>
        <p:nvPicPr>
          <p:cNvPr id="30" name="그림 29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C0732F-5956-91C7-C663-B123A5A366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325" y="4090090"/>
            <a:ext cx="2736951" cy="1341989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9D6D67C-5629-816A-8A1F-27EFFDC85598}"/>
              </a:ext>
            </a:extLst>
          </p:cNvPr>
          <p:cNvCxnSpPr>
            <a:cxnSpLocks/>
          </p:cNvCxnSpPr>
          <p:nvPr/>
        </p:nvCxnSpPr>
        <p:spPr>
          <a:xfrm>
            <a:off x="1309734" y="2296563"/>
            <a:ext cx="26813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8967447-A087-295F-A39B-3BB055FDE3E3}"/>
              </a:ext>
            </a:extLst>
          </p:cNvPr>
          <p:cNvCxnSpPr>
            <a:cxnSpLocks/>
          </p:cNvCxnSpPr>
          <p:nvPr/>
        </p:nvCxnSpPr>
        <p:spPr>
          <a:xfrm>
            <a:off x="8863343" y="3924677"/>
            <a:ext cx="516047" cy="25802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8A9E029-C892-C8CD-E46B-379017425712}"/>
              </a:ext>
            </a:extLst>
          </p:cNvPr>
          <p:cNvCxnSpPr>
            <a:cxnSpLocks/>
          </p:cNvCxnSpPr>
          <p:nvPr/>
        </p:nvCxnSpPr>
        <p:spPr>
          <a:xfrm flipV="1">
            <a:off x="8881449" y="3874883"/>
            <a:ext cx="398353" cy="30781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BF68411-B7A6-314E-68E1-A80DF6061359}"/>
              </a:ext>
            </a:extLst>
          </p:cNvPr>
          <p:cNvCxnSpPr>
            <a:cxnSpLocks/>
          </p:cNvCxnSpPr>
          <p:nvPr/>
        </p:nvCxnSpPr>
        <p:spPr>
          <a:xfrm>
            <a:off x="1383671" y="4511644"/>
            <a:ext cx="481342" cy="39533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9E2C8807-E8E0-B4D3-AF7F-1035CC02B6B4}"/>
              </a:ext>
            </a:extLst>
          </p:cNvPr>
          <p:cNvCxnSpPr>
            <a:cxnSpLocks/>
          </p:cNvCxnSpPr>
          <p:nvPr/>
        </p:nvCxnSpPr>
        <p:spPr>
          <a:xfrm flipV="1">
            <a:off x="1401778" y="4508626"/>
            <a:ext cx="381755" cy="4240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부제목 2">
            <a:extLst>
              <a:ext uri="{FF2B5EF4-FFF2-40B4-BE49-F238E27FC236}">
                <a16:creationId xmlns:a16="http://schemas.microsoft.com/office/drawing/2014/main" id="{7B6DEFB8-C3FB-70BF-DE48-C18F05330ACC}"/>
              </a:ext>
            </a:extLst>
          </p:cNvPr>
          <p:cNvSpPr txBox="1">
            <a:spLocks/>
          </p:cNvSpPr>
          <p:nvPr/>
        </p:nvSpPr>
        <p:spPr>
          <a:xfrm>
            <a:off x="1045870" y="4978993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pic>
        <p:nvPicPr>
          <p:cNvPr id="48" name="그림 4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300D93-A00F-3306-0A75-9C480CAD3A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936" y="3962872"/>
            <a:ext cx="3257550" cy="1971675"/>
          </a:xfrm>
          <a:prstGeom prst="rect">
            <a:avLst/>
          </a:prstGeom>
        </p:spPr>
      </p:pic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4D5344A-902B-66B1-0071-DD16FE28438E}"/>
              </a:ext>
            </a:extLst>
          </p:cNvPr>
          <p:cNvCxnSpPr>
            <a:cxnSpLocks/>
          </p:cNvCxnSpPr>
          <p:nvPr/>
        </p:nvCxnSpPr>
        <p:spPr>
          <a:xfrm flipV="1">
            <a:off x="5204233" y="4227969"/>
            <a:ext cx="255007" cy="1795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11746B7-F888-AE90-E2BE-E199A18FC038}"/>
              </a:ext>
            </a:extLst>
          </p:cNvPr>
          <p:cNvCxnSpPr>
            <a:cxnSpLocks/>
          </p:cNvCxnSpPr>
          <p:nvPr/>
        </p:nvCxnSpPr>
        <p:spPr>
          <a:xfrm flipH="1" flipV="1">
            <a:off x="5232903" y="4191755"/>
            <a:ext cx="235390" cy="18106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부제목 2">
            <a:extLst>
              <a:ext uri="{FF2B5EF4-FFF2-40B4-BE49-F238E27FC236}">
                <a16:creationId xmlns:a16="http://schemas.microsoft.com/office/drawing/2014/main" id="{D16A20C0-C0D1-D935-5689-3187090028AC}"/>
              </a:ext>
            </a:extLst>
          </p:cNvPr>
          <p:cNvSpPr txBox="1">
            <a:spLocks/>
          </p:cNvSpPr>
          <p:nvPr/>
        </p:nvSpPr>
        <p:spPr>
          <a:xfrm>
            <a:off x="4686873" y="3939353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54" name="부제목 2">
            <a:extLst>
              <a:ext uri="{FF2B5EF4-FFF2-40B4-BE49-F238E27FC236}">
                <a16:creationId xmlns:a16="http://schemas.microsoft.com/office/drawing/2014/main" id="{323A8F88-6361-7C6B-19C6-605EF820F05B}"/>
              </a:ext>
            </a:extLst>
          </p:cNvPr>
          <p:cNvSpPr txBox="1">
            <a:spLocks/>
          </p:cNvSpPr>
          <p:nvPr/>
        </p:nvSpPr>
        <p:spPr>
          <a:xfrm>
            <a:off x="8587408" y="4118913"/>
            <a:ext cx="1033409" cy="332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>
                <a:solidFill>
                  <a:srgbClr val="FF0000"/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375384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159</Words>
  <Application>Microsoft Office PowerPoint</Application>
  <PresentationFormat>와이드스크린</PresentationFormat>
  <Paragraphs>43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bqbq34@naver.com</dc:creator>
  <cp:lastModifiedBy>bqbq34@naver.com</cp:lastModifiedBy>
  <cp:revision>6</cp:revision>
  <dcterms:created xsi:type="dcterms:W3CDTF">2026-03-01T08:11:25Z</dcterms:created>
  <dcterms:modified xsi:type="dcterms:W3CDTF">2026-03-02T05:43:53Z</dcterms:modified>
</cp:coreProperties>
</file>