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190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A4B6B-3630-93BE-5D83-5C05A2E85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1DB7D4-8902-E8A0-4B55-75C08B72C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8A329-E684-CF5E-3CCB-B7732A8FA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8F1F82-6037-F592-83FB-644D3DD2A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7A3853-25F8-CD1A-A0A3-57E1020E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789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BB53C-5CB2-9057-7988-B2C21A226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88512D-EE6C-8057-F1E4-9BC1E4A40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A81F50-6325-AB64-F7DF-11F66935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BBEB1A-993B-D237-3152-D211DD07E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1086ED-8EAE-723E-2285-3E2D61D85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721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F894A-EFB2-71FF-FA33-4F82C214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695ABC-F5BF-C473-18A9-954C613B1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D2D597-CB54-D132-D25F-25C5AB8F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B5E314-1C62-2057-E345-E39A2720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9C6151-C9CC-48F1-3126-BA78FDF8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54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617BF-05C4-4B79-159F-0607F5641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52B69-C0FF-3F30-009E-830BA10015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D9F8E0-07D1-EADA-F416-7A11F3DBD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0D12F2-D83E-E67A-E1D4-26939FC9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534822-1762-7174-2225-E1DC1EC4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0430ED-7F03-EBDA-A976-BE972870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584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E732F-0FD2-9CDC-1460-1E1935C37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D03068-FC92-29ED-D328-C4A3BFD50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F5D9BF-1704-10E4-0A46-F7AEB9A63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572946-4CC7-D1AF-F58C-DB5D58A64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DCD925-B02A-C1E2-B506-714C313C2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54B429-89BF-10CA-906B-674C1CB0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75EC15C-24A8-62A1-FC88-CBB5538B6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CE390AD-249E-1168-5B6C-0C887C39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780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B092B-1CE9-F692-CC1F-2A2DA6B74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41246C-E8F3-0E52-5194-822FB4CFF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913D3F-584A-5421-E8B1-B63F03B2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BA399F-F2F2-3BC8-D7B7-E22C03775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37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26B8CB0-6176-2DAC-DA7A-814D3560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94398C-543A-E347-2AF1-3BDE8C4A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07F06-F7D3-69FA-2E7D-9B95B39D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774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EED1F-9C8A-07F1-2162-AEB744A2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752013-A34A-9CD7-7D17-3573B6076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2EE259-ED8E-EB2B-DE9D-C4FB830B9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2F89F1-6922-3013-7074-76D533D2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E17DE4-D83B-317B-467C-730EBCEAF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9362CE-FA88-245C-A199-61AD44BB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01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EB1F7-A0FD-EB4B-E970-16E80D43E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C768E0-7E2E-30B5-A66C-A60B6D7F0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0C9E62-5F21-5AF0-CF61-D82AC1163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4B235B-2EE8-9490-C022-D7DB4075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4403FC-96D1-3188-1F81-2F3113B19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4A552A-02BF-EA20-4A48-091F86AA9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574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7186F5-63F0-BF49-D3C0-8563A2DB7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88F3D4-52F6-247F-7315-D5934DF55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545398-D01A-F3A1-D980-504F385B7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95DEF1-944C-1A5B-6900-05998CD46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C4696-4AB3-0E52-B987-97E28D185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730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72F1B5-7ABC-708E-5C23-076C53F6B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2757B0-450F-0C9F-5F89-C0AFD7F9B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BFA40-3090-17AE-403E-F75A62A2A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F0CB69-A1D0-EED7-3C16-AC28A585C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176728-193D-5416-B852-D2A3B464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68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F09470-F5E6-D3C8-FC9A-56BD4AB0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618276-F207-29B3-DB61-6A8504C73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5F3290-843F-5B6D-4361-23EC957B6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23C4B3-CCEE-4736-A4C7-E59C0E6E40B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045501-A96D-39F5-4766-38A9CA401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1C2917-8BF0-534E-064C-90198AA2D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56596-CFAD-42AB-AFC3-180F7EB350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99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2494F8-8D96-C929-8439-633915215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459" y="517779"/>
            <a:ext cx="2768742" cy="13335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3B4CFB2-32F7-E02D-E829-B50FF8E6AC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416"/>
          <a:stretch>
            <a:fillRect/>
          </a:stretch>
        </p:blipFill>
        <p:spPr>
          <a:xfrm>
            <a:off x="4806587" y="5021768"/>
            <a:ext cx="2126485" cy="10732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DE2930-E6E0-795F-AC9F-C4056730E1DA}"/>
              </a:ext>
            </a:extLst>
          </p:cNvPr>
          <p:cNvSpPr txBox="1"/>
          <p:nvPr/>
        </p:nvSpPr>
        <p:spPr>
          <a:xfrm>
            <a:off x="4447133" y="2412845"/>
            <a:ext cx="2845396" cy="86979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/>
              <a:t>한국문화창조학교</a:t>
            </a:r>
            <a:endParaRPr lang="en-US" altLang="ko-KR" dirty="0"/>
          </a:p>
          <a:p>
            <a:pPr algn="ctr">
              <a:lnSpc>
                <a:spcPct val="150000"/>
              </a:lnSpc>
            </a:pPr>
            <a:r>
              <a:rPr lang="ko-KR" altLang="en-US" sz="1400" dirty="0"/>
              <a:t>교장 </a:t>
            </a:r>
            <a:r>
              <a:rPr lang="ko-KR" altLang="en-US" b="1" dirty="0">
                <a:solidFill>
                  <a:srgbClr val="FFC000"/>
                </a:solidFill>
              </a:rPr>
              <a:t>신광철</a:t>
            </a:r>
            <a:r>
              <a:rPr lang="en-US" altLang="ko-KR" sz="1200" b="1" dirty="0"/>
              <a:t>(</a:t>
            </a:r>
            <a:r>
              <a:rPr lang="ko-KR" altLang="en-US" sz="1200" dirty="0"/>
              <a:t>작가</a:t>
            </a:r>
            <a:r>
              <a:rPr lang="en-US" altLang="ko-KR" sz="1200" dirty="0"/>
              <a:t>)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51C67A-C6A7-21A8-B9AE-5E34BA8D793B}"/>
              </a:ext>
            </a:extLst>
          </p:cNvPr>
          <p:cNvSpPr txBox="1"/>
          <p:nvPr/>
        </p:nvSpPr>
        <p:spPr>
          <a:xfrm>
            <a:off x="1130858" y="3600558"/>
            <a:ext cx="2845396" cy="86979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/>
              <a:t>한국학 연구소</a:t>
            </a:r>
            <a:endParaRPr lang="en-US" altLang="ko-KR" dirty="0"/>
          </a:p>
          <a:p>
            <a:pPr algn="ctr">
              <a:lnSpc>
                <a:spcPct val="150000"/>
              </a:lnSpc>
            </a:pPr>
            <a:r>
              <a:rPr lang="en-US" altLang="ko-KR" dirty="0"/>
              <a:t>AI </a:t>
            </a:r>
            <a:r>
              <a:rPr lang="ko-KR" altLang="en-US" dirty="0"/>
              <a:t>브레인 헬스 연구소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050238-92BB-7DE5-F2B4-C7E85F20CC24}"/>
              </a:ext>
            </a:extLst>
          </p:cNvPr>
          <p:cNvSpPr txBox="1"/>
          <p:nvPr/>
        </p:nvSpPr>
        <p:spPr>
          <a:xfrm>
            <a:off x="8328019" y="3294512"/>
            <a:ext cx="2845396" cy="1528047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/>
              <a:t>한국문화창조학교</a:t>
            </a:r>
            <a:endParaRPr lang="en-US" altLang="ko-KR" dirty="0"/>
          </a:p>
          <a:p>
            <a:pPr algn="ctr">
              <a:lnSpc>
                <a:spcPct val="150000"/>
              </a:lnSpc>
            </a:pPr>
            <a:r>
              <a:rPr lang="ko-KR" altLang="en-US" sz="1400" dirty="0"/>
              <a:t>대표</a:t>
            </a:r>
            <a:r>
              <a:rPr lang="en-US" altLang="ko-KR" sz="1400" dirty="0"/>
              <a:t>(</a:t>
            </a:r>
            <a:r>
              <a:rPr lang="ko-KR" altLang="en-US" sz="1400" dirty="0"/>
              <a:t>창설자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ko-KR" altLang="en-US" b="1" dirty="0">
                <a:solidFill>
                  <a:srgbClr val="FFC000"/>
                </a:solidFill>
              </a:rPr>
              <a:t>이 호종</a:t>
            </a:r>
            <a:endParaRPr lang="en-US" altLang="ko-KR" sz="1200" dirty="0">
              <a:solidFill>
                <a:srgbClr val="FFC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err="1"/>
              <a:t>세계왕립아카데미</a:t>
            </a:r>
            <a:r>
              <a:rPr lang="en-US" altLang="ko-KR" sz="1400" dirty="0"/>
              <a:t>(</a:t>
            </a:r>
            <a:r>
              <a:rPr lang="ko-KR" altLang="en-US" sz="1400" dirty="0"/>
              <a:t>창설자</a:t>
            </a:r>
            <a:r>
              <a:rPr lang="en-US" altLang="ko-KR" sz="1400" dirty="0"/>
              <a:t>)</a:t>
            </a:r>
          </a:p>
          <a:p>
            <a:pPr algn="ctr">
              <a:lnSpc>
                <a:spcPct val="150000"/>
              </a:lnSpc>
            </a:pPr>
            <a:r>
              <a:rPr lang="ko-KR" altLang="en-US" sz="1400" dirty="0"/>
              <a:t>브랜드윤리 경영 위원장</a:t>
            </a:r>
            <a:endParaRPr lang="ko-KR" altLang="en-US" sz="12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FEAE83D-BA47-D32B-05F7-AF4A5F7B06DA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5869830" y="1851348"/>
            <a:ext cx="1" cy="561497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EC86B22-DE11-76D9-D513-A7CABE93E13B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3976254" y="4035453"/>
            <a:ext cx="4351765" cy="23083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53D56B4-05F3-1A53-A3B4-DE93F0EC90B7}"/>
              </a:ext>
            </a:extLst>
          </p:cNvPr>
          <p:cNvCxnSpPr>
            <a:stCxn id="8" idx="2"/>
            <a:endCxn id="7" idx="0"/>
          </p:cNvCxnSpPr>
          <p:nvPr/>
        </p:nvCxnSpPr>
        <p:spPr>
          <a:xfrm flipH="1">
            <a:off x="5869830" y="3282635"/>
            <a:ext cx="1" cy="1739133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900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Choonwoo Lim</dc:creator>
  <cp:lastModifiedBy>Choonwoo Lim</cp:lastModifiedBy>
  <cp:revision>2</cp:revision>
  <dcterms:created xsi:type="dcterms:W3CDTF">2026-03-15T23:15:05Z</dcterms:created>
  <dcterms:modified xsi:type="dcterms:W3CDTF">2026-03-15T23:46:56Z</dcterms:modified>
</cp:coreProperties>
</file>